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ad2a3f151a49a1" /><Relationship Type="http://schemas.openxmlformats.org/officeDocument/2006/relationships/extended-properties" Target="/docProps/app.xml" Id="R4dcb775b53544759" /><Relationship Type="http://schemas.openxmlformats.org/officeDocument/2006/relationships/officeDocument" Target="/ppt/presentation.xml" Id="Rdcc9bd1450d14aa6" /></Relationships>
</file>

<file path=ppt/presentation.xml><?xml version="1.0" encoding="utf-8"?>
<p:presentation xmlns:p="http://schemas.openxmlformats.org/presentationml/2006/main">
  <p:sldMasterIdLst>
    <p:sldMasterId xmlns:r="http://schemas.openxmlformats.org/officeDocument/2006/relationships" id="2147483648" r:id="Rd7c8f8f9c21043c1"/>
  </p:sldMasterIdLst>
  <p:notesMasterIdLst>
    <p:notesMasterId xmlns:r="http://schemas.openxmlformats.org/officeDocument/2006/relationships" r:id="R479fb804884f429b"/>
  </p:notesMasterIdLst>
  <p:sldIdLst>
    <p:sldId xmlns:r="http://schemas.openxmlformats.org/officeDocument/2006/relationships" id="256" r:id="R135ece96e6894e1c"/>
    <p:sldId xmlns:r="http://schemas.openxmlformats.org/officeDocument/2006/relationships" id="257" r:id="R6d398c71d7e640a3"/>
    <p:sldId xmlns:r="http://schemas.openxmlformats.org/officeDocument/2006/relationships" id="258" r:id="R20b05dda2f3e4f65"/>
    <p:sldId xmlns:r="http://schemas.openxmlformats.org/officeDocument/2006/relationships" id="259" r:id="Rdf06987bfa624872"/>
    <p:sldId xmlns:r="http://schemas.openxmlformats.org/officeDocument/2006/relationships" id="260" r:id="R240538e9353a439b"/>
    <p:sldId xmlns:r="http://schemas.openxmlformats.org/officeDocument/2006/relationships" id="261" r:id="R77b11f36811849a2"/>
  </p:sldIdLst>
  <p:sldSz cx="12192000" cy="6858000"/>
  <p:notesSz cx="6858000" cy="9144000"/>
  <p:defaultTextStyle>
    <a:defPPr xmlns:a="http://schemas.openxmlformats.org/drawingml/2006/main">
      <a:buNone/>
    </a:defPPr>
    <a:lvl1pPr xmlns:a="http://schemas.openxmlformats.org/drawingml/2006/main" algn="l" defTabSz="457200">
      <a:spcBef>
        <a:spcPct val="0"/>
      </a:spcBef>
      <a:spcAft>
        <a:spcPct val="0"/>
      </a:spcAft>
      <a:buNone/>
      <a:defRPr kern="1200">
        <a:solidFill>
          <a:schemeClr val="tx1"/>
        </a:solidFill>
        <a:latin typeface="Calibri"/>
        <a:ea typeface="Calibri"/>
        <a:cs typeface="Calibri"/>
      </a:defRPr>
    </a:lvl1pPr>
    <a:lvl2pPr xmlns:a="http://schemas.openxmlformats.org/drawingml/2006/main" marL="457200" algn="l" defTabSz="457200">
      <a:spcBef>
        <a:spcPct val="0"/>
      </a:spcBef>
      <a:spcAft>
        <a:spcPct val="0"/>
      </a:spcAft>
      <a:buNone/>
      <a:defRPr kern="1200">
        <a:solidFill>
          <a:schemeClr val="tx1"/>
        </a:solidFill>
        <a:latin typeface="Calibri"/>
        <a:ea typeface="Calibri"/>
        <a:cs typeface="Calibri"/>
      </a:defRPr>
    </a:lvl2pPr>
    <a:lvl3pPr xmlns:a="http://schemas.openxmlformats.org/drawingml/2006/main" marL="914400" algn="l" defTabSz="457200">
      <a:spcBef>
        <a:spcPct val="0"/>
      </a:spcBef>
      <a:spcAft>
        <a:spcPct val="0"/>
      </a:spcAft>
      <a:buNone/>
      <a:defRPr kern="1200">
        <a:solidFill>
          <a:schemeClr val="tx1"/>
        </a:solidFill>
        <a:latin typeface="Calibri"/>
        <a:ea typeface="Calibri"/>
        <a:cs typeface="Calibri"/>
      </a:defRPr>
    </a:lvl3pPr>
    <a:lvl4pPr xmlns:a="http://schemas.openxmlformats.org/drawingml/2006/main" marL="1371600" algn="l" defTabSz="457200">
      <a:spcBef>
        <a:spcPct val="0"/>
      </a:spcBef>
      <a:spcAft>
        <a:spcPct val="0"/>
      </a:spcAft>
      <a:buNone/>
      <a:defRPr kern="1200">
        <a:solidFill>
          <a:schemeClr val="tx1"/>
        </a:solidFill>
        <a:latin typeface="Calibri"/>
        <a:ea typeface="Calibri"/>
        <a:cs typeface="Calibri"/>
      </a:defRPr>
    </a:lvl4pPr>
    <a:lvl5pPr xmlns:a="http://schemas.openxmlformats.org/drawingml/2006/main" marL="1828800" algn="l" defTabSz="457200">
      <a:spcBef>
        <a:spcPct val="0"/>
      </a:spcBef>
      <a:spcAft>
        <a:spcPct val="0"/>
      </a:spcAft>
      <a:buNone/>
      <a:defRPr kern="1200">
        <a:solidFill>
          <a:schemeClr val="tx1"/>
        </a:solidFill>
        <a:latin typeface="Calibri"/>
        <a:ea typeface="Calibri"/>
        <a:cs typeface="Calibri"/>
      </a:defRPr>
    </a:lvl5pPr>
    <a:lvl6pPr xmlns:a="http://schemas.openxmlformats.org/drawingml/2006/main" marL="2286000" algn="l" defTabSz="914400">
      <a:buNone/>
      <a:defRPr kern="1200">
        <a:solidFill>
          <a:schemeClr val="tx1"/>
        </a:solidFill>
        <a:latin typeface="Calibri"/>
        <a:ea typeface="Calibri"/>
        <a:cs typeface="Calibri"/>
      </a:defRPr>
    </a:lvl6pPr>
    <a:lvl7pPr xmlns:a="http://schemas.openxmlformats.org/drawingml/2006/main" marL="2743200" algn="l" defTabSz="914400">
      <a:buNone/>
      <a:defRPr kern="1200">
        <a:solidFill>
          <a:schemeClr val="tx1"/>
        </a:solidFill>
        <a:latin typeface="Calibri"/>
        <a:ea typeface="Calibri"/>
        <a:cs typeface="Calibri"/>
      </a:defRPr>
    </a:lvl7pPr>
    <a:lvl8pPr xmlns:a="http://schemas.openxmlformats.org/drawingml/2006/main" marL="3200400" algn="l" defTabSz="914400">
      <a:buNone/>
      <a:defRPr kern="1200">
        <a:solidFill>
          <a:schemeClr val="tx1"/>
        </a:solidFill>
        <a:latin typeface="Calibri"/>
        <a:ea typeface="Calibri"/>
        <a:cs typeface="Calibri"/>
      </a:defRPr>
    </a:lvl8pPr>
    <a:lvl9pPr xmlns:a="http://schemas.openxmlformats.org/drawingml/2006/main" marL="3657600" algn="l" defTabSz="914400">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bb63e14b777438f" /><Relationship Type="http://schemas.openxmlformats.org/officeDocument/2006/relationships/slideMaster" Target="/ppt/slideMasters/slideMaster1.xml" Id="Rd7c8f8f9c21043c1" /><Relationship Type="http://schemas.openxmlformats.org/officeDocument/2006/relationships/notesMaster" Target="/ppt/notesMasters/notesMaster1.xml" Id="R479fb804884f429b" /><Relationship Type="http://schemas.openxmlformats.org/officeDocument/2006/relationships/presProps" Target="/ppt/presProps.xml" Id="R8ab27cab786042ee" /><Relationship Type="http://schemas.openxmlformats.org/officeDocument/2006/relationships/viewProps" Target="/ppt/viewProps.xml" Id="R09386f002cae43a8" /><Relationship Type="http://schemas.openxmlformats.org/officeDocument/2006/relationships/tableStyles" Target="/ppt/tableStyles.xml" Id="R156a8e833d564ac1" /><Relationship Type="http://schemas.openxmlformats.org/officeDocument/2006/relationships/slide" Target="/ppt/slides/slide1.xml" Id="R135ece96e6894e1c" /><Relationship Type="http://schemas.openxmlformats.org/officeDocument/2006/relationships/slide" Target="/ppt/slides/slide2.xml" Id="R6d398c71d7e640a3" /><Relationship Type="http://schemas.openxmlformats.org/officeDocument/2006/relationships/slide" Target="/ppt/slides/slide3.xml" Id="R20b05dda2f3e4f65" /><Relationship Type="http://schemas.openxmlformats.org/officeDocument/2006/relationships/slide" Target="/ppt/slides/slide4.xml" Id="Rdf06987bfa624872" /><Relationship Type="http://schemas.openxmlformats.org/officeDocument/2006/relationships/slide" Target="/ppt/slides/slide5.xml" Id="R240538e9353a439b" /><Relationship Type="http://schemas.openxmlformats.org/officeDocument/2006/relationships/slide" Target="/ppt/slides/slide6.xml" Id="R77b11f36811849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9eee52659b42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98d0a4b1f64484" /><Relationship Type="http://schemas.openxmlformats.org/officeDocument/2006/relationships/notesMaster" Target="/ppt/notesMasters/notesMaster1.xml" Id="R671211cd7b824b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a53c38375947c7" /><Relationship Type="http://schemas.openxmlformats.org/officeDocument/2006/relationships/notesMaster" Target="/ppt/notesMasters/notesMaster1.xml" Id="Re98cd60c32c747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91f9ff64ea4012" /><Relationship Type="http://schemas.openxmlformats.org/officeDocument/2006/relationships/notesMaster" Target="/ppt/notesMasters/notesMaster1.xml" Id="R368d4b86d948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6c33b1a52c4696" /><Relationship Type="http://schemas.openxmlformats.org/officeDocument/2006/relationships/notesMaster" Target="/ppt/notesMasters/notesMaster1.xml" Id="Rdf37cd8189924a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8614ea1fbd48f1" /><Relationship Type="http://schemas.openxmlformats.org/officeDocument/2006/relationships/notesMaster" Target="/ppt/notesMasters/notesMaster1.xml" Id="Rddc06d4e5ed142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046a825d974f1c" /><Relationship Type="http://schemas.openxmlformats.org/officeDocument/2006/relationships/notesMaster" Target="/ppt/notesMasters/notesMaster1.xml" Id="R7bb19a620ff640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29 September 2026. CAPTAIN local source: C:/Users/Admin/Downloads/projects/captain2.0/captain/README.md; public README: https://github.com/luvtankha/captain/blob/main/README.md. Official problem statement: https://www.sih.gov.in/sih2026PS (26171). Local prototype, not SIH certification. Official metadata: PS 26171, On-device Visual Perception for Light-weight Browser Agents; ISRO / Department of Space; Smart Automation; Software. Registered details supplied by user: Byte Hogs, Team ID 171818.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checked 29 September 2026. CAPTAIN local source: C:/Users/Admin/Downloads/projects/captain2.0/captain/README.md; public README: https://github.com/luvtankha/captain/blob/main/README.md. Official problem statement: https://www.sih.gov.in/sih2026PS (26171). Local prototype, not SIH certification. Product evidence: captain/runtime/local-fields-github.png and local-fields-github.json, timestamp 2026-09-29T15:13:03.957Z. Actual GitHub login, two marked regions and two black screenshot masks. Crop only; no composited or invented product UI. Local field PNG is local-only, not the outgoing proof-bound image. Detection examples describe scope, not perfect recall across all websites.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checked 29 September 2026. CAPTAIN local source: C:/Users/Admin/Downloads/projects/captain2.0/captain/README.md; public README: https://github.com/luvtankha/captain/blob/main/README.md. Official problem statement: https://www.sih.gov.in/sih2026PS (26171). Local prototype, not SIH certification. Architecture evidence: extension/content-script.js, service-worker.js, vision-worker.js; server/index.mjs, planner.mjs, outbound-contract.mjs, result-verifier.mjs. Typed commands only. Hold E for four seconds outside editable controls. Consent-sensitive workflow rescans before planning. On-device DOM/OCR/ONNX checks. Local-only field PNG differs from optional proof-bound outgoing JPEG. Unverifiable image omitted. Local deterministic planning is the default. Optional Ollama adapter runs on loopback. The configured remote VLM adapter receives sanitized context only, not raw captures. Planned actions return to the extension for local validation and execution. Local models include Gravitee BERT-small PII and UltraFace; optional UI detector grounding remains partial. Tesseract https://github.com/naptha/tesseract.js ; ONNX https://onnxruntime.ai/docs/get-started/with-javascript/web.html ; Chrome https://developer.chrome.com/docs/extensions/develop/migrate/what-is-mv3 ; Node https://nodejs.org/docs/latest/api/ . Official logos: https://raw.githubusercontent.com/naptha/tesseract.js/master/docs/images/tesseract.png ; https://onnxruntime.ai/images/logos/onnxruntime/ORT_icon_for_light_bg.png ; https://nodejs.org/static/logos/nodejsHex.svg . Third-party logos identify technologies, not endorsements.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checked 29 September 2026. CAPTAIN local source: C:/Users/Admin/Downloads/projects/captain2.0/captain/README.md; public README: https://github.com/luvtankha/captain/blob/main/README.md. Official problem statement: https://www.sih.gov.in/sih2026PS (26171). Local prototype, not SIH certification. Test evidence: captain/runtime/local-fields-tests.log — 567 tests, 567 pass, 0 fail, 0 skip, 20988.6878ms. This is an existing local 29 Sep 2026 run, not a new run performed for this deck, not a PII benchmark and not universal website coverage. GitHub local-fields-github.json verifies login/password black pixels and retained public pixel. Broad performance, Firefox runtime and independent deployment remain unverified. No 100% privacy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checked 29 September 2026. CAPTAIN local source: C:/Users/Admin/Downloads/projects/captain2.0/captain/README.md; public README: https://github.com/luvtankha/captain/blob/main/README.md. Official problem statement: https://www.sih.gov.in/sih2026PS (26171). Local prototype, not SIH certification. ISRO relevance: https://www.issdc.gov.in/ identifies its mission-payload archive and PRADAN access. https://www.mosdac.gov.in/ describes meteorological and oceanographic satellite-data services. These sources establish the research-portal context only, not a CAPTAIN deployment, integration or site-specific validation. Benefits are potential application of implemented controls, not measured productivity gains. No credential autofill, mission-system control or satellite-data analysis claimed. Official evaluation weights from https://www.sih.gov.in/sih2026PS, PS26171: Visual context25%, PII recall/precision20%, redaction precision20%, client resource utilization20%, end-to-end task latency15%. These are evaluation weights, NOT CAPTAIN scores. Benefits are design intent and demonstrated controls, not measured financial/environmental savings. Icons: Lucide https://lucide.dev/license ; icon source https://github.com/lucide-icons/lucide/tree/main/icons . Copyright (c) 2026 Lucide Icons and Contributors. Permission to use, copy, modify, and/or distribute this software for any purpose with or without fee is hereby granted, provided that the above copyright notice and this permission notice appear in all copies. THE SOFTWARE IS PROVIDED AS IS AND THE AUTHOR DISCLAIMS ALL WARRANTIES WITH REGARD TO THIS SOFTWARE INCLUDING ALL IMPLIED WARRANTIES OF MERCHANTABILITY AND FITNESS. IN NO EVENT SHALL THE AUTHOR BE LIABLE FOR ANY SPECIAL, DIRECT, INDIRECT, OR CONSEQUENTIAL DAMAGES OR ANY DAMAGES WHATSOEVER RESULTING FROM LOSS OF USE, DATA OR PROFITS, WHETHER IN AN ACTION OF CONTRACT, NEGLIGENCE OR OTHER TORTIOUS ACTION, ARISING OUT OF OR IN CONNECTION WITH THE USE OR PERFORMANCE OF THIS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checked 29 September 2026. CAPTAIN local source: C:/Users/Admin/Downloads/projects/captain2.0/captain/README.md; public README: https://github.com/luvtankha/captain/blob/main/README.md. Official problem statement: https://www.sih.gov.in/sih2026PS (26171). Local prototype, not SIH certification. 1  CAPTAIN repository — https://github.com/luvtankha/captain</a:t>
            </a:r>
            <a:endParaRPr/>
          </a:p>
          <a:p xmlns:a="http://schemas.openxmlformats.org/drawingml/2006/main">
            <a:pPr>
              <a:spcBef>
                <a:spcPct val="0"/>
              </a:spcBef>
              <a:buNone/>
            </a:pPr>
            <a:r>
              <a:t>2  CAPTAIN README — https://github.com/luvtankha/captain/blob/main/README.md</a:t>
            </a:r>
            <a:endParaRPr/>
          </a:p>
          <a:p xmlns:a="http://schemas.openxmlformats.org/drawingml/2006/main">
            <a:pPr>
              <a:spcBef>
                <a:spcPct val="0"/>
              </a:spcBef>
              <a:buNone/>
            </a:pPr>
            <a:r>
              <a:t>3  Raw README — https://raw.githubusercontent.com/luvtankha/captain/main/README.md</a:t>
            </a:r>
            <a:endParaRPr/>
          </a:p>
          <a:p xmlns:a="http://schemas.openxmlformats.org/drawingml/2006/main">
            <a:pPr>
              <a:spcBef>
                <a:spcPct val="0"/>
              </a:spcBef>
              <a:buNone/>
            </a:pPr>
            <a:r>
              <a:t>4  Browser extension source — https://github.com/luvtankha/captain/tree/main/extension</a:t>
            </a:r>
            <a:endParaRPr/>
          </a:p>
          <a:p xmlns:a="http://schemas.openxmlformats.org/drawingml/2006/main">
            <a:pPr>
              <a:spcBef>
                <a:spcPct val="0"/>
              </a:spcBef>
              <a:buNone/>
            </a:pPr>
            <a:r>
              <a:t>5  Privacy / regression tests — https://github.com/luvtankha/captain/tree/main/tests</a:t>
            </a:r>
            <a:endParaRPr/>
          </a:p>
          <a:p xmlns:a="http://schemas.openxmlformats.org/drawingml/2006/main">
            <a:pPr>
              <a:spcBef>
                <a:spcPct val="0"/>
              </a:spcBef>
              <a:buNone/>
            </a:pPr>
            <a:r>
              <a:t>6  Official SIH problem statement — https://sih.gov.in/sih2026PS</a:t>
            </a:r>
            <a:endParaRPr/>
          </a:p>
          <a:p xmlns:a="http://schemas.openxmlformats.org/drawingml/2006/main">
            <a:pPr>
              <a:spcBef>
                <a:spcPct val="0"/>
              </a:spcBef>
              <a:buNone/>
            </a:pPr>
            <a:r>
              <a:t>Research: UI-TARS https://arxiv.org/abs/2501.12326 (research reference, not CAPTAIN deployed planner); Tesseract.js https://github.com/naptha/tesseract.js ; ONNX Runtime Web https://onnxruntime.ai/docs/get-started/with-javascript/web.html ; Chrome MV3 https://developer.chrome.com/docs/extensions/develop/migrate/what-is-mv3 .</a:t>
            </a:r>
            <a:endParaRPr/>
          </a:p>
          <a:p xmlns:a="http://schemas.openxmlformats.org/drawingml/2006/main">
            <a:pPr>
              <a:spcBef>
                <a:spcPct val="0"/>
              </a:spcBef>
              <a:buNone/>
            </a:pPr>
            <a:r>
              <a:t>Design reference: RE-DACT.pdf provided by user; TrueSight https://github.com/berserk-23115/TrueSight is a research/design reference, not CAPTAIN active production classifier. User-supplied CAPTAIN demo: https://www.youtube.com/watch?v=KYISYCh2GKU . Research portal context: https://www.issdc.gov.in/ and https://www.mosdac.gov.in/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8e9cd0728349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c1946f75c945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c3ed9fc45443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b53b3302124f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0829eb05c94d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a5b8ccf444433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37e764b546418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88d49d7cd454c0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6a2da499b56417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e602391fff045e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3094443d2db4d8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350638-6C98-4A00-92F1-74B32B749B49}"/>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E760D976-E71F-4868-82CD-6F0A6A0DF8A4}"/>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B43247A-1A5A-4E4B-96F5-1969E7D03D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F56944B2-DDC0-4899-9B7B-134A40FB3D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674CA2D-971C-4849-BF5F-2817A29E45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D060E61-5CAC-4E6F-8A77-F9D3939C57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BB86280-E9B1-451A-877A-DC27835C3EA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5519493-3B64-404B-B2E2-3146121ED9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E8B1ABA9-CBD0-4754-8635-E6A85798A3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A6F9ED2-4759-45D7-A126-C6C2315102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F6716C-1D7D-43E8-B020-FC330D6BC3D0}"/>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A8BB751-6589-46C3-9E6D-7DC4A037EC38}"/>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5AACB0A-70D2-4D97-8EC2-8F380E9FB0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FB69FECD-8025-438D-9EAC-A871DF21C7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2FFD2A1-EC1B-483E-99D8-2FA09FCE9B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02AEE2-0945-42C8-8485-D9F3077BE9E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2FBF9C6-2D99-4BD4-A3FE-59595D4734BE}"/>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A561B3D-0787-40BA-89D9-1C9FFC6825D0}"/>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7008728B-4E2F-459B-BE1D-AF6E6377C9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542A062F-638F-453F-A763-7DDFC0A310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DEF3DF2-C4EB-4561-BC1F-AA9733BC60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93339A-24FA-4EA5-89A2-F678C11191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32AB7EB-3594-46FD-A28A-3CF2AF43FC5E}"/>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BE4B48C-2A37-43F0-90EC-A050BA746A9E}"/>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0EF946E-0834-42B1-BEC4-8912E97F749E}"/>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5C52100-519A-4444-9B34-8A53D4982695}"/>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8D02E614-21FA-46C7-A0F8-85F5E3B176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61D46FDE-029D-4FC5-83BD-9927A8714A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DDF4DD80-DA07-4FCF-AC64-06E2446DFE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B17B97-CF8A-4920-98CB-83C4A0EBD9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8F72BA36-883F-42D5-BA4F-33D9020364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F56E5D19-986D-46F8-A1B3-D0135A2682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909E6A6C-53FC-4EB8-9EA3-249ED4715E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7C17DB77-2E11-48DD-9C6A-79FC881740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27E1ADFE-41CF-4833-A959-06253026B1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0503ECE7-44CE-4839-BC56-1BFBC0517B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714244-58F7-4377-8574-FFA825C323DB}"/>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74928BC-850A-47DB-832B-5926A8909A86}"/>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A2D77A6-D2D4-4442-945A-B81AC1ECEC24}"/>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A222B587-F2C9-4F3B-A7FA-6101521529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A22FBC1C-B65E-44AC-BB55-8FF9D9353C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1E077124-3AC4-414B-A281-EA093484D3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F7DEEC-2CFA-461B-BA3E-F45BD7622232}"/>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98A620D-0115-47AE-A39D-10EA39AD5C43}"/>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F081F1F5-E65A-4A8A-BC1E-2C001EE712F4}"/>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B480DFC8-B433-4DC0-9698-574AF1FC12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73E21192-F3D3-43D5-ACB2-63CA0DEB94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BE045700-9166-4D80-9035-B3C2D9EF21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AE2AEB-2AD0-4B55-BF85-9E7626F7FA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F532F00-9931-42B7-9FC2-B9DC1FA0960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992C443-36D3-4050-8A36-A9BBA76802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84EF9DEB-BC38-440F-9E1E-9A8449F98C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1955537-4B7E-4D9C-B715-B9F0E5C55D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7381A73-6BA4-4EB3-A726-8E90C475D96E}"/>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1B3CE19-E8CB-482A-B2ED-EC56E8E3438B}"/>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5DE89FD-7745-419E-AF7A-DD1F027C9B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8D47DFB7-6AD0-4C1F-A49A-8CAACD132A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2421375-BC14-4A22-A1D6-ACFAFFB641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8b70365d334d31" /><Relationship Type="http://schemas.openxmlformats.org/officeDocument/2006/relationships/slideLayout" Target="/ppt/slideLayouts/slideLayout1.xml" Id="Rfeb717f1eb434f96" /><Relationship Type="http://schemas.openxmlformats.org/officeDocument/2006/relationships/slideLayout" Target="/ppt/slideLayouts/slideLayout2.xml" Id="Rabdafc269a4e4616" /><Relationship Type="http://schemas.openxmlformats.org/officeDocument/2006/relationships/slideLayout" Target="/ppt/slideLayouts/slideLayout3.xml" Id="Rda93a35333824d48" /><Relationship Type="http://schemas.openxmlformats.org/officeDocument/2006/relationships/slideLayout" Target="/ppt/slideLayouts/slideLayout4.xml" Id="Rfae86ba63e474f30" /><Relationship Type="http://schemas.openxmlformats.org/officeDocument/2006/relationships/slideLayout" Target="/ppt/slideLayouts/slideLayout5.xml" Id="R34441e3584d449ed" /><Relationship Type="http://schemas.openxmlformats.org/officeDocument/2006/relationships/slideLayout" Target="/ppt/slideLayouts/slideLayout6.xml" Id="R042d93e44c6c43bb" /><Relationship Type="http://schemas.openxmlformats.org/officeDocument/2006/relationships/slideLayout" Target="/ppt/slideLayouts/slideLayout7.xml" Id="Rd3f0150a30034fc1" /><Relationship Type="http://schemas.openxmlformats.org/officeDocument/2006/relationships/slideLayout" Target="/ppt/slideLayouts/slideLayout8.xml" Id="R8aef9a02348e4fbe" /><Relationship Type="http://schemas.openxmlformats.org/officeDocument/2006/relationships/slideLayout" Target="/ppt/slideLayouts/slideLayout9.xml" Id="R1e8e07c12f4745db" /><Relationship Type="http://schemas.openxmlformats.org/officeDocument/2006/relationships/slideLayout" Target="/ppt/slideLayouts/slideLayout10.xml" Id="Rdd94cb422163423f" /><Relationship Type="http://schemas.openxmlformats.org/officeDocument/2006/relationships/slideLayout" Target="/ppt/slideLayouts/slideLayout11.xml" Id="Rc6a6d5babdde46b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A3BD2AAF-90F5-4E23-B1E0-6049BC769EC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037FACC3-9811-4C5A-B8AF-29592F02E432}"/>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0EDD768-F3D0-4C52-8C7A-D0E7A9E195ED}"/>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F82F1780-B5D8-4F42-BFC6-0FF5CB70D442}"/>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278AE8D-0994-4BF6-8005-8DA47009026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b717f1eb434f96"/>
    <p:sldLayoutId xmlns:r="http://schemas.openxmlformats.org/officeDocument/2006/relationships" id="2147483650" r:id="Rabdafc269a4e4616"/>
    <p:sldLayoutId xmlns:r="http://schemas.openxmlformats.org/officeDocument/2006/relationships" id="2147483651" r:id="Rda93a35333824d48"/>
    <p:sldLayoutId xmlns:r="http://schemas.openxmlformats.org/officeDocument/2006/relationships" id="2147483652" r:id="Rfae86ba63e474f30"/>
    <p:sldLayoutId xmlns:r="http://schemas.openxmlformats.org/officeDocument/2006/relationships" id="2147483653" r:id="R34441e3584d449ed"/>
    <p:sldLayoutId xmlns:r="http://schemas.openxmlformats.org/officeDocument/2006/relationships" id="2147483654" r:id="R042d93e44c6c43bb"/>
    <p:sldLayoutId xmlns:r="http://schemas.openxmlformats.org/officeDocument/2006/relationships" id="2147483655" r:id="Rd3f0150a30034fc1"/>
    <p:sldLayoutId xmlns:r="http://schemas.openxmlformats.org/officeDocument/2006/relationships" id="2147483656" r:id="R8aef9a02348e4fbe"/>
    <p:sldLayoutId xmlns:r="http://schemas.openxmlformats.org/officeDocument/2006/relationships" id="2147483657" r:id="R1e8e07c12f4745db"/>
    <p:sldLayoutId xmlns:r="http://schemas.openxmlformats.org/officeDocument/2006/relationships" id="2147483658" r:id="Rdd94cb422163423f"/>
    <p:sldLayoutId xmlns:r="http://schemas.openxmlformats.org/officeDocument/2006/relationships" id="2147483659" r:id="Rc6a6d5babdde46b4"/>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abaf88339d4bac" /><Relationship Type="http://schemas.openxmlformats.org/officeDocument/2006/relationships/image" Target="/ppt/media/image.png" Id="R9c1e182ae30e46b1" /><Relationship Type="http://schemas.openxmlformats.org/officeDocument/2006/relationships/image" Target="/ppt/media/image2.png" Id="R5f2c9654d1fb4411" /><Relationship Type="http://schemas.openxmlformats.org/officeDocument/2006/relationships/image" Target="/ppt/media/image3.png" Id="R071498af9c404413" /><Relationship Type="http://schemas.openxmlformats.org/officeDocument/2006/relationships/notesSlide" Target="/ppt/notesSlides/notesSlide1.xml" Id="R066d5ec1804b43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441578437124c4a" /><Relationship Type="http://schemas.openxmlformats.org/officeDocument/2006/relationships/image" Target="/ppt/media/image4.png" Id="R02eaf64eb34d4e90" /><Relationship Type="http://schemas.openxmlformats.org/officeDocument/2006/relationships/image" Target="/ppt/media/image5.png" Id="R89ba07bb3a6d48c7" /><Relationship Type="http://schemas.openxmlformats.org/officeDocument/2006/relationships/image" Target="/ppt/media/image6.png" Id="Rc3644116cc664c53" /><Relationship Type="http://schemas.openxmlformats.org/officeDocument/2006/relationships/notesSlide" Target="/ppt/notesSlides/notesSlide2.xml" Id="R4c4d8ce7175846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4aba1175b3b4f1e" /><Relationship Type="http://schemas.openxmlformats.org/officeDocument/2006/relationships/image" Target="/ppt/media/image7.png" Id="Rb8cd8a1104ab4d5c" /><Relationship Type="http://schemas.openxmlformats.org/officeDocument/2006/relationships/image" Target="/ppt/media/image8.png" Id="Ra43aaa1195f84ef0" /><Relationship Type="http://schemas.openxmlformats.org/officeDocument/2006/relationships/image" Target="/ppt/media/image9.png" Id="R4523fc2fb56c49d8" /><Relationship Type="http://schemas.openxmlformats.org/officeDocument/2006/relationships/image" Target="/ppt/media/image10.png" Id="Rd3c10fd2b5444f92" /><Relationship Type="http://schemas.openxmlformats.org/officeDocument/2006/relationships/image" Target="/ppt/media/image11.png" Id="R2e6e40e5fb6d4375" /><Relationship Type="http://schemas.openxmlformats.org/officeDocument/2006/relationships/image" Target="/ppt/media/image12.png" Id="R873806c330644efb" /><Relationship Type="http://schemas.openxmlformats.org/officeDocument/2006/relationships/image" Target="/ppt/media/image13.png" Id="R5bcf0b0d317b4546" /><Relationship Type="http://schemas.openxmlformats.org/officeDocument/2006/relationships/image" Target="/ppt/media/image14.png" Id="R25a4537de1a74aae" /><Relationship Type="http://schemas.openxmlformats.org/officeDocument/2006/relationships/image" Target="/ppt/media/image15.png" Id="R85236c10c5344204" /><Relationship Type="http://schemas.openxmlformats.org/officeDocument/2006/relationships/image" Target="/ppt/media/image16.png" Id="R32edaa0125db4a13" /><Relationship Type="http://schemas.openxmlformats.org/officeDocument/2006/relationships/image" Target="/ppt/media/image17.png" Id="R0f27efa67b2549b7" /><Relationship Type="http://schemas.openxmlformats.org/officeDocument/2006/relationships/image" Target="/ppt/media/image18.png" Id="R51be6c6781d948e1" /><Relationship Type="http://schemas.openxmlformats.org/officeDocument/2006/relationships/notesSlide" Target="/ppt/notesSlides/notesSlide3.xml" Id="Ra64ecd8660c846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8805163f2ad465f" /><Relationship Type="http://schemas.openxmlformats.org/officeDocument/2006/relationships/image" Target="/ppt/media/image19.png" Id="Rbf8ea7410e574e3c" /><Relationship Type="http://schemas.openxmlformats.org/officeDocument/2006/relationships/image" Target="/ppt/media/image20.png" Id="R9d14537675c54189" /><Relationship Type="http://schemas.openxmlformats.org/officeDocument/2006/relationships/notesSlide" Target="/ppt/notesSlides/notesSlide4.xml" Id="R7d6e694e2db946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79902e015124479" /><Relationship Type="http://schemas.openxmlformats.org/officeDocument/2006/relationships/image" Target="/ppt/media/image21.png" Id="Rd6e67e62293147ba" /><Relationship Type="http://schemas.openxmlformats.org/officeDocument/2006/relationships/image" Target="/ppt/media/image22.png" Id="R8bc50db8d85d4857" /><Relationship Type="http://schemas.openxmlformats.org/officeDocument/2006/relationships/image" Target="/ppt/media/image23.png" Id="R93898ab4a564462c" /><Relationship Type="http://schemas.openxmlformats.org/officeDocument/2006/relationships/image" Target="/ppt/media/image24.png" Id="R604c7855efca4818" /><Relationship Type="http://schemas.openxmlformats.org/officeDocument/2006/relationships/image" Target="/ppt/media/image25.png" Id="Rcde6fad83b174f95" /><Relationship Type="http://schemas.openxmlformats.org/officeDocument/2006/relationships/notesSlide" Target="/ppt/notesSlides/notesSlide5.xml" Id="Raee24947473640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ab36940f80b43a4" /><Relationship Type="http://schemas.openxmlformats.org/officeDocument/2006/relationships/image" Target="/ppt/media/image26.png" Id="Ra408d25e2f0048c9" /><Relationship Type="http://schemas.openxmlformats.org/officeDocument/2006/relationships/hyperlink" Target="https://github.com/luvtankha/captain" TargetMode="External" Id="R01e896806f62489d" /><Relationship Type="http://schemas.openxmlformats.org/officeDocument/2006/relationships/hyperlink" Target="https://github.com/luvtankha/captain/blob/main/README.md" TargetMode="External" Id="R1548597d95f84eac" /><Relationship Type="http://schemas.openxmlformats.org/officeDocument/2006/relationships/hyperlink" Target="https://raw.githubusercontent.com/luvtankha/captain/main/README.md" TargetMode="External" Id="Rcf36b777d697422e" /><Relationship Type="http://schemas.openxmlformats.org/officeDocument/2006/relationships/hyperlink" Target="https://github.com/luvtankha/captain/tree/main/extension" TargetMode="External" Id="R2abcc1cdb5624af3" /><Relationship Type="http://schemas.openxmlformats.org/officeDocument/2006/relationships/hyperlink" Target="https://github.com/luvtankha/captain/tree/main/tests" TargetMode="External" Id="Ree7a4b29dd0a4573" /><Relationship Type="http://schemas.openxmlformats.org/officeDocument/2006/relationships/hyperlink" Target="https://sih.gov.in/sih2026PS" TargetMode="External" Id="R5bbfeae8385c4845" /><Relationship Type="http://schemas.openxmlformats.org/officeDocument/2006/relationships/hyperlink" Target="https://arxiv.org/abs/2501.12326" TargetMode="External" Id="R425754f13f0241c0" /><Relationship Type="http://schemas.openxmlformats.org/officeDocument/2006/relationships/hyperlink" Target="https://github.com/naptha/tesseract.js" TargetMode="External" Id="Rb390e9fa8723466e" /><Relationship Type="http://schemas.openxmlformats.org/officeDocument/2006/relationships/hyperlink" Target="https://onnxruntime.ai/docs/get-started/with-javascript/web.html" TargetMode="External" Id="R0d1700445e224f1b" /><Relationship Type="http://schemas.openxmlformats.org/officeDocument/2006/relationships/hyperlink" Target="https://developer.chrome.com/docs/extensions/develop/migrate/what-is-mv3" TargetMode="External" Id="Ree8d7bbfa8cb4d99" /><Relationship Type="http://schemas.openxmlformats.org/officeDocument/2006/relationships/hyperlink" Target="https://www.issdc.gov.in/" TargetMode="External" Id="Re78a714399ae4580" /><Relationship Type="http://schemas.openxmlformats.org/officeDocument/2006/relationships/hyperlink" Target="https://www.mosdac.gov.in/" TargetMode="External" Id="R608f4c9437a3432c" /><Relationship Type="http://schemas.openxmlformats.org/officeDocument/2006/relationships/hyperlink" Target="https://nodejs.org/docs/latest/api/" TargetMode="External" Id="Ra40af75cb7ff42ea" /><Relationship Type="http://schemas.openxmlformats.org/officeDocument/2006/relationships/hyperlink" Target="https://github.com/berserk-23115/TrueSight" TargetMode="External" Id="R1548fb43ea3f4fa1" /><Relationship Type="http://schemas.openxmlformats.org/officeDocument/2006/relationships/hyperlink" Target="https://www.youtube.com/watch?v=KYISYCh2GKU" TargetMode="External" Id="R30a40688e18740ee" /><Relationship Type="http://schemas.openxmlformats.org/officeDocument/2006/relationships/image" Target="/ppt/media/image27.png" Id="Rf42e8fca93274c63" /><Relationship Type="http://schemas.openxmlformats.org/officeDocument/2006/relationships/notesSlide" Target="/ppt/notesSlides/notesSlide6.xml" Id="R27812d64aa124324"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9c1e182ae30e46b1"/>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3944F25F-B716-4EAD-A471-75C896800B0A}"/>
              </a:ext>
            </a:extLst>
          </p:cNvPr>
          <p:cNvSpPr>
            <a:spLocks xmlns:a="http://schemas.openxmlformats.org/drawingml/2006/main" noGrp="1"/>
          </p:cNvSpPr>
          <p:nvPr>
            <p:ph type="subTitle" idx="1"/>
          </p:nvPr>
        </p:nvSpPr>
        <p:spPr>
          <a:xfrm xmlns:a="http://schemas.openxmlformats.org/drawingml/2006/main">
            <a:off x="1323975" y="1209675"/>
            <a:ext cx="5029200" cy="638175"/>
          </a:xfrm>
        </p:spPr>
        <p:txBody>
          <a:bodyPr xmlns:a="http://schemas.openxmlformats.org/drawingml/2006/main" anchor="ctr"/>
          <a:lstStyle xmlns:a="http://schemas.openxmlformats.org/drawingml/2006/main"/>
          <a:p xmlns:a="http://schemas.openxmlformats.org/drawingml/2006/main">
            <a:pPr algn="l">
              <a:defRPr sz="3750" b="1">
                <a:solidFill>
                  <a:srgbClr val="1F497D"/>
                </a:solidFill>
                <a:latin typeface="Times New Roman"/>
                <a:ea typeface="Times New Roman"/>
                <a:cs typeface="Times New Roman"/>
              </a:defRPr>
            </a:pPr>
            <a:r>
              <a:rPr sz="3750" b="1">
                <a:solidFill>
                  <a:srgbClr val="1F497D"/>
                </a:solidFill>
                <a:latin typeface="Times New Roman"/>
                <a:ea typeface="Times New Roman"/>
                <a:cs typeface="Times New Roman"/>
              </a:rPr>
              <a:t>CAPTAIN</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311DD242-6F01-4005-9DCA-15936652A3D1}"/>
              </a:ext>
            </a:extLst>
          </p:cNvPr>
          <p:cNvSpPr>
            <a:spLocks xmlns:a="http://schemas.openxmlformats.org/drawingml/2006/main" noGrp="1"/>
          </p:cNvSpPr>
          <p:nvPr>
            <p:ph type="ctrTitle" idx="0"/>
          </p:nvPr>
        </p:nvSpPr>
        <p:spPr>
          <a:xfrm xmlns:a="http://schemas.openxmlformats.org/drawingml/2006/main">
            <a:off x="331280" y="142875"/>
            <a:ext cx="9239250" cy="904875"/>
          </a:xfrm>
        </p:spPr>
        <p:txBody>
          <a:bodyPr xmlns:a="http://schemas.openxmlformats.org/drawingml/2006/main" anchor="ctr"/>
          <a:lstStyle xmlns:a="http://schemas.openxmlformats.org/drawingml/2006/main"/>
          <a:p xmlns:a="http://schemas.openxmlformats.org/drawingml/2006/main">
            <a:pPr algn="ctr">
              <a:defRPr sz="4000" b="1">
                <a:solidFill>
                  <a:srgbClr val="1F497D"/>
                </a:solidFill>
                <a:latin typeface="Garamond"/>
                <a:ea typeface="Garamond"/>
                <a:cs typeface="Garamond"/>
              </a:defRPr>
            </a:pPr>
            <a:r>
              <a:rPr sz="4000" b="1">
                <a:solidFill>
                  <a:srgbClr val="1F497D"/>
                </a:solidFill>
                <a:latin typeface="Garamond"/>
                <a:ea typeface="Garamond"/>
                <a:cs typeface="Garamond"/>
              </a:rPr>
              <a:t>SMART INDIA HACKATHON </a:t>
            </a:r>
            <a:r>
              <a:rPr sz="4000" b="1">
                <a:solidFill>
                  <a:srgbClr val="1F497D"/>
                </a:solidFill>
                <a:latin typeface="Garamond"/>
                <a:ea typeface="Garamond"/>
                <a:cs typeface="Garamond"/>
              </a:rPr>
              <a:t>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B3DDE785-AE34-488D-A70D-031CB157148B}"/>
              </a:ext>
            </a:extLst>
          </p:cNvPr>
          <p:cNvSpPr>
            <a:spLocks xmlns:a="http://schemas.openxmlformats.org/drawingml/2006/main" noGrp="1"/>
          </p:cNvSpPr>
          <p:nvPr/>
        </p:nvSpPr>
        <p:spPr>
          <a:xfrm xmlns:a="http://schemas.openxmlformats.org/drawingml/2006/main">
            <a:off x="428625" y="2400300"/>
            <a:ext cx="6191250" cy="343662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spcAft>
                <a:spcPts val="1300"/>
              </a:spcAft>
              <a:defRPr sz="2025" b="0">
                <a:solidFill>
                  <a:srgbClr val="000000"/>
                </a:solidFill>
                <a:latin typeface="Arial"/>
                <a:ea typeface="Arial"/>
                <a:cs typeface="Arial"/>
              </a:defRPr>
            </a:pPr>
            <a:r>
              <a:rPr sz="2025" b="0">
                <a:solidFill>
                  <a:srgbClr val="000000"/>
                </a:solidFill>
                <a:latin typeface="Arial"/>
                <a:ea typeface="Arial"/>
                <a:cs typeface="Arial"/>
              </a:rPr>
              <a:t>Problem Statement ID — 26171</a:t>
            </a:r>
          </a:p>
          <a:p xmlns:a="http://schemas.openxmlformats.org/drawingml/2006/main">
            <a:pPr>
              <a:spcAft>
                <a:spcPts val="300"/>
              </a:spcAft>
              <a:defRPr sz="2025" b="0">
                <a:solidFill>
                  <a:srgbClr val="000000"/>
                </a:solidFill>
                <a:latin typeface="Arial"/>
                <a:ea typeface="Arial"/>
                <a:cs typeface="Arial"/>
              </a:defRPr>
            </a:pPr>
            <a:r>
              <a:rPr sz="2025" b="0">
                <a:solidFill>
                  <a:srgbClr val="000000"/>
                </a:solidFill>
                <a:latin typeface="Arial"/>
                <a:ea typeface="Arial"/>
                <a:cs typeface="Arial"/>
              </a:rPr>
              <a:t>Problem Statement Title</a:t>
            </a:r>
          </a:p>
          <a:p xmlns:a="http://schemas.openxmlformats.org/drawingml/2006/main">
            <a:pPr>
              <a:spcAft>
                <a:spcPts val="1400"/>
              </a:spcAft>
              <a:defRPr sz="2025" b="0">
                <a:solidFill>
                  <a:srgbClr val="000000"/>
                </a:solidFill>
                <a:latin typeface="Arial"/>
                <a:ea typeface="Arial"/>
                <a:cs typeface="Arial"/>
              </a:defRPr>
            </a:pPr>
            <a:r>
              <a:rPr sz="2025" b="0">
                <a:solidFill>
                  <a:srgbClr val="000000"/>
                </a:solidFill>
                <a:latin typeface="Arial"/>
                <a:ea typeface="Arial"/>
                <a:cs typeface="Arial"/>
              </a:rPr>
              <a:t>On-device Visual Perception for</a:t>
            </a:r>
            <a:br>
              <a:rPr sz="2025" b="0">
                <a:solidFill>
                  <a:srgbClr val="000000"/>
                </a:solidFill>
                <a:latin typeface="Arial"/>
                <a:ea typeface="Arial"/>
                <a:cs typeface="Arial"/>
              </a:rPr>
            </a:br>
            <a:r>
              <a:rPr sz="2025" b="0">
                <a:solidFill>
                  <a:srgbClr val="000000"/>
                </a:solidFill>
                <a:latin typeface="Arial"/>
                <a:ea typeface="Arial"/>
                <a:cs typeface="Arial"/>
              </a:rPr>
              <a:t>Light-weight Browser Agents</a:t>
            </a:r>
          </a:p>
          <a:p xmlns:a="http://schemas.openxmlformats.org/drawingml/2006/main">
            <a:pPr>
              <a:spcAft>
                <a:spcPts val="1300"/>
              </a:spcAft>
              <a:defRPr sz="2025" b="0">
                <a:solidFill>
                  <a:srgbClr val="000000"/>
                </a:solidFill>
                <a:latin typeface="Arial"/>
                <a:ea typeface="Arial"/>
                <a:cs typeface="Arial"/>
              </a:defRPr>
            </a:pPr>
            <a:r>
              <a:rPr sz="2025" b="0">
                <a:solidFill>
                  <a:srgbClr val="000000"/>
                </a:solidFill>
                <a:latin typeface="Arial"/>
                <a:ea typeface="Arial"/>
                <a:cs typeface="Arial"/>
              </a:rPr>
              <a:t>Theme — Smart Automation</a:t>
            </a:r>
          </a:p>
          <a:p xmlns:a="http://schemas.openxmlformats.org/drawingml/2006/main">
            <a:pPr>
              <a:spcAft>
                <a:spcPts val="1300"/>
              </a:spcAft>
              <a:defRPr sz="2025" b="0">
                <a:solidFill>
                  <a:srgbClr val="000000"/>
                </a:solidFill>
                <a:latin typeface="Arial"/>
                <a:ea typeface="Arial"/>
                <a:cs typeface="Arial"/>
              </a:defRPr>
            </a:pPr>
            <a:r>
              <a:rPr sz="2025" b="0">
                <a:solidFill>
                  <a:srgbClr val="000000"/>
                </a:solidFill>
                <a:latin typeface="Arial"/>
                <a:ea typeface="Arial"/>
                <a:cs typeface="Arial"/>
              </a:rPr>
              <a:t>PS Category — Software</a:t>
            </a:r>
          </a:p>
          <a:p xmlns:a="http://schemas.openxmlformats.org/drawingml/2006/main">
            <a:pPr>
              <a:spcAft>
                <a:spcPts val="1300"/>
              </a:spcAft>
              <a:defRPr sz="2025" b="0">
                <a:solidFill>
                  <a:srgbClr val="000000"/>
                </a:solidFill>
                <a:latin typeface="Arial"/>
                <a:ea typeface="Arial"/>
                <a:cs typeface="Arial"/>
              </a:defRPr>
            </a:pPr>
            <a:r>
              <a:rPr sz="2025" b="0">
                <a:solidFill>
                  <a:srgbClr val="000000"/>
                </a:solidFill>
                <a:latin typeface="Arial"/>
                <a:ea typeface="Arial"/>
                <a:cs typeface="Arial"/>
              </a:rPr>
              <a:t>Team ID — 171818</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Team Name — Byte Hogs</a:t>
            </a:r>
          </a:p>
        </p:txBody>
      </p:sp>
      <p:pic>
        <p:nvPicPr>
          <p:cNvPr id="49" name="Picture 1"/>
          <p:cNvPicPr>
            <a:picLocks xmlns:a="http://schemas.openxmlformats.org/drawingml/2006/main" noChangeAspect="1"/>
          </p:cNvPicPr>
          <p:nvPr/>
        </p:nvPicPr>
        <p:blipFill>
          <a:blip xmlns:r="http://schemas.openxmlformats.org/officeDocument/2006/relationships" xmlns:a="http://schemas.openxmlformats.org/drawingml/2006/main" r:embed="R5f2c9654d1fb441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071498af9c404413"/>
          <a:stretch xmlns:a="http://schemas.openxmlformats.org/drawingml/2006/main"/>
        </p:blipFill>
        <p:spPr>
          <a:xfrm xmlns:a="http://schemas.openxmlformats.org/drawingml/2006/main">
            <a:off x="409575" y="1181100"/>
            <a:ext cx="790575" cy="790575"/>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B820B8FF-83D4-4A06-BCBD-752D110A2513}"/>
              </a:ext>
            </a:extLst>
          </p:cNvPr>
          <p:cNvSpPr>
            <a:spLocks xmlns:a="http://schemas.openxmlformats.org/drawingml/2006/main" noGrp="1"/>
          </p:cNvSpPr>
          <p:nvPr/>
        </p:nvSpPr>
        <p:spPr>
          <a:xfrm xmlns:a="http://schemas.openxmlformats.org/drawingml/2006/main">
            <a:off x="428625" y="193357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F497D"/>
                </a:solidFill>
                <a:latin typeface="Arial"/>
                <a:ea typeface="Arial"/>
                <a:cs typeface="Arial"/>
              </a:defRPr>
            </a:pPr>
            <a:r>
              <a:rPr sz="1800" b="1">
                <a:solidFill>
                  <a:srgbClr val="1F497D"/>
                </a:solidFill>
                <a:latin typeface="Arial"/>
                <a:ea typeface="Arial"/>
                <a:cs typeface="Arial"/>
              </a:rPr>
              <a:t>Privacy-first browser actions. On-device control.</a:t>
            </a:r>
          </a:p>
        </p:txBody>
      </p:sp>
      <p:sp>
        <p:nvSpPr>
          <p:cNvPr id="42" name="">
            <a:extLst xmlns:a="http://schemas.openxmlformats.org/drawingml/2006/main">
              <a:ext uri="{FF2B5EF4-FFF2-40B4-BE49-F238E27FC236}">
                <a16:creationId xmlns:a16="http://schemas.microsoft.com/office/drawing/2014/main" id="{8384D9FF-C364-478E-A02F-BF6B2D383013}"/>
              </a:ext>
            </a:extLst>
          </p:cNvPr>
          <p:cNvSpPr>
            <a:spLocks xmlns:a="http://schemas.openxmlformats.org/drawingml/2006/main" noGrp="1"/>
          </p:cNvSpPr>
          <p:nvPr/>
        </p:nvSpPr>
        <p:spPr>
          <a:xfrm xmlns:a="http://schemas.openxmlformats.org/drawingml/2006/main">
            <a:off x="7115175" y="5429250"/>
            <a:ext cx="423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ISRO  |  Department of Space</a:t>
            </a:r>
          </a:p>
        </p:txBody>
      </p:sp>
    </p:spTree>
    <p:extLst>
      <p:ext uri="{BB962C8B-B14F-4D97-AF65-F5344CB8AC3E}">
        <p14:creationId xmlns:p14="http://schemas.microsoft.com/office/powerpoint/2010/main" val="13907282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0E07819-83CA-4542-87D8-9DCFBAD9E3D4}"/>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5E5B1DD2-DB50-4579-BD74-F6CFF88E9C52}"/>
              </a:ext>
            </a:extLst>
          </p:cNvPr>
          <p:cNvSpPr>
            <a:spLocks xmlns:a="http://schemas.openxmlformats.org/drawingml/2006/main" noGrp="1"/>
          </p:cNvSpPr>
          <p:nvPr>
            <p:ph type="title" idx="0"/>
          </p:nvPr>
        </p:nvSpPr>
        <p:spPr>
          <a:xfrm xmlns:a="http://schemas.openxmlformats.org/drawingml/2006/main">
            <a:off x="1685925" y="276225"/>
            <a:ext cx="8001000" cy="762000"/>
          </a:xfrm>
        </p:spPr>
        <p:txBody>
          <a:bodyPr xmlns:a="http://schemas.openxmlformats.org/drawingml/2006/main" lIns="0" tIns="0" rIns="0" bIns="0" anchor="ctr"/>
          <a:lstStyle xmlns:a="http://schemas.openxmlformats.org/drawingml/2006/main"/>
          <a:p xmlns:a="http://schemas.openxmlformats.org/drawingml/2006/main">
            <a:pPr algn="ctr">
              <a:buNone/>
              <a:defRPr sz="3375" b="1">
                <a:solidFill>
                  <a:srgbClr val="000000"/>
                </a:solidFill>
                <a:latin typeface="Times New Roman"/>
                <a:ea typeface="Times New Roman"/>
                <a:cs typeface="Times New Roman"/>
              </a:defRPr>
            </a:pPr>
            <a:r>
              <a:rPr sz="3375" b="1">
                <a:solidFill>
                  <a:srgbClr val="000000"/>
                </a:solidFill>
                <a:latin typeface="Times New Roman"/>
                <a:ea typeface="Times New Roman"/>
                <a:cs typeface="Times New Roman"/>
              </a:rPr>
              <a:t>IDEA TITLE: CAPTAIN</a:t>
            </a:r>
          </a:p>
        </p:txBody>
      </p:sp>
      <p:sp>
        <p:nvSpPr>
          <p:cNvPr id="6" name="Slide Number Placeholder 5">
            <a:extLst xmlns:a="http://schemas.openxmlformats.org/drawingml/2006/main">
              <a:ext uri="{FF2B5EF4-FFF2-40B4-BE49-F238E27FC236}">
                <a16:creationId xmlns:a16="http://schemas.microsoft.com/office/drawing/2014/main" id="{F13A7105-D18F-46CD-8E36-83DE282853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0BFCB696-703D-4B73-850A-FF443DCD838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650">
                <a:solidFill>
                  <a:srgbClr val="000000"/>
                </a:solidFill>
                <a:latin typeface="Calibri"/>
                <a:ea typeface="Calibri"/>
                <a:cs typeface="Calibri"/>
              </a:defRPr>
            </a:pPr>
            <a:r>
              <a:rPr sz="1650">
                <a:solidFill>
                  <a:srgbClr val="000000"/>
                </a:solidFill>
                <a:latin typeface="Calibri"/>
                <a:ea typeface="Calibri"/>
                <a:cs typeface="Calibri"/>
              </a:rPr>
              <a:t>Byte Hogs</a:t>
            </a:r>
            <a:endParaRPr/>
          </a:p>
        </p:txBody>
      </p:sp>
      <p:sp>
        <p:nvSpPr>
          <p:cNvPr id="15364" name="">
            <a:extLst xmlns:a="http://schemas.openxmlformats.org/drawingml/2006/main">
              <a:ext uri="{FF2B5EF4-FFF2-40B4-BE49-F238E27FC236}">
                <a16:creationId xmlns:a16="http://schemas.microsoft.com/office/drawing/2014/main" id="{372A59F1-9900-4D41-B5B6-C7054E5B110F}"/>
              </a:ext>
            </a:extLst>
          </p:cNvPr>
          <p:cNvSpPr>
            <a:spLocks xmlns:a="http://schemas.openxmlformats.org/drawingml/2006/main" noGrp="1"/>
          </p:cNvSpPr>
          <p:nvPr/>
        </p:nvSpPr>
        <p:spPr>
          <a:xfrm xmlns:a="http://schemas.openxmlformats.org/drawingml/2006/main">
            <a:off x="419100" y="6410325"/>
            <a:ext cx="342900" cy="3429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pic>
        <p:nvPicPr>
          <p:cNvPr id="15384" name=""/>
          <p:cNvPicPr>
            <a:picLocks xmlns:a="http://schemas.openxmlformats.org/drawingml/2006/main" noChangeAspect="1"/>
          </p:cNvPicPr>
          <p:nvPr/>
        </p:nvPicPr>
        <p:blipFill>
          <a:blip xmlns:r="http://schemas.openxmlformats.org/officeDocument/2006/relationships" xmlns:a="http://schemas.openxmlformats.org/drawingml/2006/main" r:embed="R02eaf64eb34d4e90"/>
          <a:stretch xmlns:a="http://schemas.openxmlformats.org/drawingml/2006/main"/>
        </p:blipFill>
        <p:spPr>
          <a:xfrm xmlns:a="http://schemas.openxmlformats.org/drawingml/2006/main">
            <a:off x="428625" y="6419850"/>
            <a:ext cx="323850" cy="323850"/>
          </a:xfrm>
          <a:prstGeom xmlns:a="http://schemas.openxmlformats.org/drawingml/2006/main" prst="rect">
            <a:avLst/>
          </a:prstGeom>
        </p:spPr>
      </p:pic>
      <p:sp>
        <p:nvSpPr>
          <p:cNvPr id="15366" name="">
            <a:extLst xmlns:a="http://schemas.openxmlformats.org/drawingml/2006/main">
              <a:ext uri="{FF2B5EF4-FFF2-40B4-BE49-F238E27FC236}">
                <a16:creationId xmlns:a16="http://schemas.microsoft.com/office/drawing/2014/main" id="{14A62D29-339B-4BF8-816E-82F8E38C245F}"/>
              </a:ext>
            </a:extLst>
          </p:cNvPr>
          <p:cNvSpPr>
            <a:spLocks xmlns:a="http://schemas.openxmlformats.org/drawingml/2006/main" noGrp="1"/>
          </p:cNvSpPr>
          <p:nvPr/>
        </p:nvSpPr>
        <p:spPr>
          <a:xfrm xmlns:a="http://schemas.openxmlformats.org/drawingml/2006/main">
            <a:off x="828675" y="64865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CAPTAIN</a:t>
            </a:r>
          </a:p>
        </p:txBody>
      </p:sp>
      <p:sp>
        <p:nvSpPr>
          <p:cNvPr id="15367" name="">
            <a:extLst xmlns:a="http://schemas.openxmlformats.org/drawingml/2006/main">
              <a:ext uri="{FF2B5EF4-FFF2-40B4-BE49-F238E27FC236}">
                <a16:creationId xmlns:a16="http://schemas.microsoft.com/office/drawing/2014/main" id="{7AB9C1C9-C9DB-4F1E-B978-65A30BBE5239}"/>
              </a:ext>
            </a:extLst>
          </p:cNvPr>
          <p:cNvSpPr>
            <a:spLocks xmlns:a="http://schemas.openxmlformats.org/drawingml/2006/main" noGrp="1"/>
          </p:cNvSpPr>
          <p:nvPr/>
        </p:nvSpPr>
        <p:spPr>
          <a:xfrm xmlns:a="http://schemas.openxmlformats.org/drawingml/2006/main">
            <a:off x="428625" y="125730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Separate task context from private values</a:t>
            </a:r>
          </a:p>
        </p:txBody>
      </p:sp>
      <p:sp>
        <p:nvSpPr>
          <p:cNvPr id="15368" name="">
            <a:extLst xmlns:a="http://schemas.openxmlformats.org/drawingml/2006/main">
              <a:ext uri="{FF2B5EF4-FFF2-40B4-BE49-F238E27FC236}">
                <a16:creationId xmlns:a16="http://schemas.microsoft.com/office/drawing/2014/main" id="{B8C01DDC-14EE-4A49-9EC8-A091167030D4}"/>
              </a:ext>
            </a:extLst>
          </p:cNvPr>
          <p:cNvSpPr>
            <a:spLocks xmlns:a="http://schemas.openxmlformats.org/drawingml/2006/main" noGrp="1"/>
          </p:cNvSpPr>
          <p:nvPr/>
        </p:nvSpPr>
        <p:spPr>
          <a:xfrm xmlns:a="http://schemas.openxmlformats.org/drawingml/2006/main">
            <a:off x="428625" y="1866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Proposed solution</a:t>
            </a:r>
          </a:p>
        </p:txBody>
      </p:sp>
      <p:sp>
        <p:nvSpPr>
          <p:cNvPr id="15369" name="">
            <a:extLst xmlns:a="http://schemas.openxmlformats.org/drawingml/2006/main">
              <a:ext uri="{FF2B5EF4-FFF2-40B4-BE49-F238E27FC236}">
                <a16:creationId xmlns:a16="http://schemas.microsoft.com/office/drawing/2014/main" id="{40851F43-47D9-4DC5-8302-CCCDCA83FAB8}"/>
              </a:ext>
            </a:extLst>
          </p:cNvPr>
          <p:cNvSpPr>
            <a:spLocks xmlns:a="http://schemas.openxmlformats.org/drawingml/2006/main" noGrp="1"/>
          </p:cNvSpPr>
          <p:nvPr/>
        </p:nvSpPr>
        <p:spPr>
          <a:xfrm xmlns:a="http://schemas.openxmlformats.org/drawingml/2006/main">
            <a:off x="428625" y="2305050"/>
            <a:ext cx="49149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54000" indent="-177800" algn="l">
              <a:spcAft>
                <a:spcPts val="900"/>
              </a:spcAft>
              <a:buChar char="•"/>
              <a:defRPr sz="1875" b="0">
                <a:solidFill>
                  <a:srgbClr val="182A3A"/>
                </a:solidFill>
                <a:latin typeface="Arial"/>
                <a:ea typeface="Arial"/>
                <a:cs typeface="Arial"/>
              </a:defRPr>
            </a:pPr>
            <a:r>
              <a:t>Hold E for 4 seconds; scan automatically</a:t>
            </a:r>
          </a:p>
          <a:p xmlns:a="http://schemas.openxmlformats.org/drawingml/2006/main">
            <a:pPr marL="254000" indent="-177800" algn="l">
              <a:spcAft>
                <a:spcPts val="900"/>
              </a:spcAft>
              <a:buChar char="•"/>
              <a:defRPr sz="1875" b="0">
                <a:solidFill>
                  <a:srgbClr val="182A3A"/>
                </a:solidFill>
                <a:latin typeface="Arial"/>
                <a:ea typeface="Arial"/>
                <a:cs typeface="Arial"/>
              </a:defRPr>
            </a:pPr>
            <a:r>
              <a:t>Type a command; navigate in a normal tab</a:t>
            </a:r>
          </a:p>
          <a:p xmlns:a="http://schemas.openxmlformats.org/drawingml/2006/main">
            <a:pPr marL="254000" indent="-177800" algn="l">
              <a:spcAft>
                <a:spcPts val="900"/>
              </a:spcAft>
              <a:buChar char="•"/>
              <a:defRPr sz="1875" b="0">
                <a:solidFill>
                  <a:srgbClr val="182A3A"/>
                </a:solidFill>
                <a:latin typeface="Arial"/>
                <a:ea typeface="Arial"/>
                <a:cs typeface="Arial"/>
              </a:defRPr>
            </a:pPr>
            <a:r>
              <a:t>Detect fields; show withheld categories</a:t>
            </a:r>
          </a:p>
        </p:txBody>
      </p:sp>
      <p:sp>
        <p:nvSpPr>
          <p:cNvPr id="15370" name="">
            <a:extLst xmlns:a="http://schemas.openxmlformats.org/drawingml/2006/main">
              <a:ext uri="{FF2B5EF4-FFF2-40B4-BE49-F238E27FC236}">
                <a16:creationId xmlns:a16="http://schemas.microsoft.com/office/drawing/2014/main" id="{094E8C22-DEC0-43D4-B4C3-420D0FFFA5E6}"/>
              </a:ext>
            </a:extLst>
          </p:cNvPr>
          <p:cNvSpPr>
            <a:spLocks xmlns:a="http://schemas.openxmlformats.org/drawingml/2006/main" noGrp="1"/>
          </p:cNvSpPr>
          <p:nvPr/>
        </p:nvSpPr>
        <p:spPr>
          <a:xfrm xmlns:a="http://schemas.openxmlformats.org/drawingml/2006/main">
            <a:off x="428625" y="3667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Problem fit</a:t>
            </a:r>
          </a:p>
        </p:txBody>
      </p:sp>
      <p:sp>
        <p:nvSpPr>
          <p:cNvPr id="15371" name="">
            <a:extLst xmlns:a="http://schemas.openxmlformats.org/drawingml/2006/main">
              <a:ext uri="{FF2B5EF4-FFF2-40B4-BE49-F238E27FC236}">
                <a16:creationId xmlns:a16="http://schemas.microsoft.com/office/drawing/2014/main" id="{24D9D27E-FBA5-4217-B6D0-CD5BA66452D8}"/>
              </a:ext>
            </a:extLst>
          </p:cNvPr>
          <p:cNvSpPr>
            <a:spLocks xmlns:a="http://schemas.openxmlformats.org/drawingml/2006/main" noGrp="1"/>
          </p:cNvSpPr>
          <p:nvPr/>
        </p:nvSpPr>
        <p:spPr>
          <a:xfrm xmlns:a="http://schemas.openxmlformats.org/drawingml/2006/main">
            <a:off x="428625" y="4095750"/>
            <a:ext cx="4905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54000" indent="-177800" algn="l">
              <a:spcAft>
                <a:spcPts val="900"/>
              </a:spcAft>
              <a:buChar char="•"/>
              <a:defRPr sz="1875" b="0">
                <a:solidFill>
                  <a:srgbClr val="182A3A"/>
                </a:solidFill>
                <a:latin typeface="Arial"/>
                <a:ea typeface="Arial"/>
                <a:cs typeface="Arial"/>
              </a:defRPr>
            </a:pPr>
            <a:r>
              <a:t>Mask sensitive regions before planning</a:t>
            </a:r>
          </a:p>
          <a:p xmlns:a="http://schemas.openxmlformats.org/drawingml/2006/main">
            <a:pPr marL="254000" indent="-177800" algn="l">
              <a:spcAft>
                <a:spcPts val="900"/>
              </a:spcAft>
              <a:buChar char="•"/>
              <a:defRPr sz="1875" b="0">
                <a:solidFill>
                  <a:srgbClr val="182A3A"/>
                </a:solidFill>
                <a:latin typeface="Arial"/>
                <a:ea typeface="Arial"/>
                <a:cs typeface="Arial"/>
              </a:defRPr>
            </a:pPr>
            <a:r>
              <a:t>Keep public page context useful</a:t>
            </a:r>
          </a:p>
        </p:txBody>
      </p:sp>
      <p:sp>
        <p:nvSpPr>
          <p:cNvPr id="15372" name="">
            <a:extLst xmlns:a="http://schemas.openxmlformats.org/drawingml/2006/main">
              <a:ext uri="{FF2B5EF4-FFF2-40B4-BE49-F238E27FC236}">
                <a16:creationId xmlns:a16="http://schemas.microsoft.com/office/drawing/2014/main" id="{551616F1-967C-433C-BC90-9163AA05FEB3}"/>
              </a:ext>
            </a:extLst>
          </p:cNvPr>
          <p:cNvSpPr>
            <a:spLocks xmlns:a="http://schemas.openxmlformats.org/drawingml/2006/main" noGrp="1"/>
          </p:cNvSpPr>
          <p:nvPr/>
        </p:nvSpPr>
        <p:spPr>
          <a:xfrm xmlns:a="http://schemas.openxmlformats.org/drawingml/2006/main">
            <a:off x="428625" y="50387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Innovation / differentiation</a:t>
            </a:r>
          </a:p>
        </p:txBody>
      </p:sp>
      <p:sp>
        <p:nvSpPr>
          <p:cNvPr id="15373" name="">
            <a:extLst xmlns:a="http://schemas.openxmlformats.org/drawingml/2006/main">
              <a:ext uri="{FF2B5EF4-FFF2-40B4-BE49-F238E27FC236}">
                <a16:creationId xmlns:a16="http://schemas.microsoft.com/office/drawing/2014/main" id="{83E3C841-0303-465A-B033-6BD1FF68322A}"/>
              </a:ext>
            </a:extLst>
          </p:cNvPr>
          <p:cNvSpPr>
            <a:spLocks xmlns:a="http://schemas.openxmlformats.org/drawingml/2006/main" noGrp="1"/>
          </p:cNvSpPr>
          <p:nvPr/>
        </p:nvSpPr>
        <p:spPr>
          <a:xfrm xmlns:a="http://schemas.openxmlformats.org/drawingml/2006/main">
            <a:off x="428625" y="5457825"/>
            <a:ext cx="5181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54000" indent="-177800" algn="l">
              <a:spcAft>
                <a:spcPts val="900"/>
              </a:spcAft>
              <a:buChar char="•"/>
              <a:defRPr sz="1800" b="0">
                <a:solidFill>
                  <a:srgbClr val="182A3A"/>
                </a:solidFill>
                <a:latin typeface="Arial"/>
                <a:ea typeface="Arial"/>
                <a:cs typeface="Arial"/>
              </a:defRPr>
            </a:pPr>
            <a:r>
              <a:t>Visible privacy proof + consent checkpoint</a:t>
            </a:r>
          </a:p>
          <a:p xmlns:a="http://schemas.openxmlformats.org/drawingml/2006/main">
            <a:pPr marL="254000" indent="-177800" algn="l">
              <a:spcAft>
                <a:spcPts val="900"/>
              </a:spcAft>
              <a:buChar char="•"/>
              <a:defRPr sz="1800" b="0">
                <a:solidFill>
                  <a:srgbClr val="182A3A"/>
                </a:solidFill>
                <a:latin typeface="Arial"/>
                <a:ea typeface="Arial"/>
                <a:cs typeface="Arial"/>
              </a:defRPr>
            </a:pPr>
            <a:r>
              <a:t>Fresh capture + validated actions</a:t>
            </a:r>
          </a:p>
        </p:txBody>
      </p:sp>
      <p:pic>
        <p:nvPicPr>
          <p:cNvPr id="15393" name=""/>
          <p:cNvPicPr>
            <a:picLocks xmlns:a="http://schemas.openxmlformats.org/drawingml/2006/main" noChangeAspect="1"/>
          </p:cNvPicPr>
          <p:nvPr/>
        </p:nvPicPr>
        <p:blipFill>
          <a:blip xmlns:r="http://schemas.openxmlformats.org/officeDocument/2006/relationships" xmlns:a="http://schemas.openxmlformats.org/drawingml/2006/main" r:embed="R89ba07bb3a6d48c7"/>
          <a:stretch xmlns:a="http://schemas.openxmlformats.org/drawingml/2006/main"/>
        </p:blipFill>
        <p:spPr>
          <a:xfrm xmlns:a="http://schemas.openxmlformats.org/drawingml/2006/main">
            <a:off x="5766358" y="2000250"/>
            <a:ext cx="5983759" cy="3714750"/>
          </a:xfrm>
          <a:prstGeom xmlns:a="http://schemas.openxmlformats.org/drawingml/2006/main" prst="rect">
            <a:avLst/>
          </a:prstGeom>
        </p:spPr>
      </p:pic>
      <p:sp>
        <p:nvSpPr>
          <p:cNvPr id="15375" name="">
            <a:extLst xmlns:a="http://schemas.openxmlformats.org/drawingml/2006/main">
              <a:ext uri="{FF2B5EF4-FFF2-40B4-BE49-F238E27FC236}">
                <a16:creationId xmlns:a16="http://schemas.microsoft.com/office/drawing/2014/main" id="{2C37DBB8-7003-424F-B337-7EA09CCDD173}"/>
              </a:ext>
            </a:extLst>
          </p:cNvPr>
          <p:cNvSpPr>
            <a:spLocks xmlns:a="http://schemas.openxmlformats.org/drawingml/2006/main" noGrp="1"/>
          </p:cNvSpPr>
          <p:nvPr/>
        </p:nvSpPr>
        <p:spPr>
          <a:xfrm xmlns:a="http://schemas.openxmlformats.org/drawingml/2006/main">
            <a:off x="5762625" y="1685925"/>
            <a:ext cx="6086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F497D"/>
                </a:solidFill>
                <a:latin typeface="Arial"/>
                <a:ea typeface="Arial"/>
                <a:cs typeface="Arial"/>
              </a:defRPr>
            </a:pPr>
            <a:r>
              <a:rPr sz="1500" b="1">
                <a:solidFill>
                  <a:srgbClr val="1F497D"/>
                </a:solidFill>
                <a:latin typeface="Arial"/>
                <a:ea typeface="Arial"/>
                <a:cs typeface="Arial"/>
              </a:rPr>
              <a:t>Actual GitHub login: yellow fields + local masked copy</a:t>
            </a:r>
          </a:p>
        </p:txBody>
      </p:sp>
      <p:sp>
        <p:nvSpPr>
          <p:cNvPr id="15376" name="">
            <a:extLst xmlns:a="http://schemas.openxmlformats.org/drawingml/2006/main">
              <a:ext uri="{FF2B5EF4-FFF2-40B4-BE49-F238E27FC236}">
                <a16:creationId xmlns:a16="http://schemas.microsoft.com/office/drawing/2014/main" id="{8A5109B4-D3D7-498D-8C23-BE6F91BAA0DF}"/>
              </a:ext>
            </a:extLst>
          </p:cNvPr>
          <p:cNvSpPr>
            <a:spLocks xmlns:a="http://schemas.openxmlformats.org/drawingml/2006/main" noGrp="1"/>
          </p:cNvSpPr>
          <p:nvPr/>
        </p:nvSpPr>
        <p:spPr>
          <a:xfrm xmlns:a="http://schemas.openxmlformats.org/drawingml/2006/main">
            <a:off x="5715000" y="582930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485C6C"/>
                </a:solidFill>
                <a:latin typeface="Arial"/>
                <a:ea typeface="Arial"/>
                <a:cs typeface="Arial"/>
              </a:defRPr>
            </a:pPr>
            <a:r>
              <a:rPr sz="1425" b="0">
                <a:solidFill>
                  <a:srgbClr val="485C6C"/>
                </a:solidFill>
                <a:latin typeface="Arial"/>
                <a:ea typeface="Arial"/>
                <a:cs typeface="Arial"/>
              </a:rPr>
              <a:t>Email / password / name / Aadhaar / PAN / date of birth / address</a:t>
            </a:r>
          </a:p>
        </p:txBody>
      </p:sp>
      <p:pic>
        <p:nvPicPr>
          <p:cNvPr id="15396" name=""/>
          <p:cNvPicPr>
            <a:picLocks xmlns:a="http://schemas.openxmlformats.org/drawingml/2006/main" noChangeAspect="1"/>
          </p:cNvPicPr>
          <p:nvPr/>
        </p:nvPicPr>
        <p:blipFill>
          <a:blip xmlns:r="http://schemas.openxmlformats.org/officeDocument/2006/relationships" xmlns:a="http://schemas.openxmlformats.org/drawingml/2006/main" r:embed="Rc3644116cc664c53"/>
          <a:stretch xmlns:a="http://schemas.openxmlformats.org/drawingml/2006/main"/>
        </p:blipFill>
        <p:spPr>
          <a:xfrm xmlns:a="http://schemas.openxmlformats.org/drawingml/2006/main">
            <a:off x="9780080" y="1524"/>
            <a:ext cx="2249805" cy="1062323"/>
          </a:xfrm>
          <a:prstGeom xmlns:a="http://schemas.openxmlformats.org/drawingml/2006/main" prst="rect">
            <a:avLst/>
          </a:prstGeom>
        </p:spPr>
      </p:pic>
    </p:spTree>
    <p:extLst>
      <p:ext uri="{BB962C8B-B14F-4D97-AF65-F5344CB8AC3E}">
        <p14:creationId xmlns:p14="http://schemas.microsoft.com/office/powerpoint/2010/main" val="79039339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7462" name=""/>
          <p:cNvCxnSpPr>
            <a:stCxn xmlns:a="http://schemas.openxmlformats.org/drawingml/2006/main" id="17433" idx="2"/>
            <a:endCxn xmlns:a="http://schemas.openxmlformats.org/drawingml/2006/main" id="17446" idx="0"/>
          </p:cNvCxnSpPr>
          <p:nvPr/>
        </p:nvCxnSpPr>
        <p:spPr>
          <a:xfrm xmlns:a="http://schemas.openxmlformats.org/drawingml/2006/main">
            <a:off x="8691563" y="4419600"/>
            <a:ext cx="19050" cy="238125"/>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63" name=""/>
          <p:cNvCxnSpPr>
            <a:stCxn xmlns:a="http://schemas.openxmlformats.org/drawingml/2006/main" id="17433" idx="3"/>
            <a:endCxn xmlns:a="http://schemas.openxmlformats.org/drawingml/2006/main" id="17437" idx="1"/>
          </p:cNvCxnSpPr>
          <p:nvPr/>
        </p:nvCxnSpPr>
        <p:spPr>
          <a:xfrm xmlns:a="http://schemas.openxmlformats.org/drawingml/2006/main">
            <a:off x="9620250" y="3538538"/>
            <a:ext cx="333375"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64" name=""/>
          <p:cNvCxnSpPr>
            <a:stCxn xmlns:a="http://schemas.openxmlformats.org/drawingml/2006/main" id="17429" idx="3"/>
            <a:endCxn xmlns:a="http://schemas.openxmlformats.org/drawingml/2006/main" id="17433" idx="1"/>
          </p:cNvCxnSpPr>
          <p:nvPr/>
        </p:nvCxnSpPr>
        <p:spPr>
          <a:xfrm xmlns:a="http://schemas.openxmlformats.org/drawingml/2006/main">
            <a:off x="7239000" y="3538538"/>
            <a:ext cx="523875"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65" name=""/>
          <p:cNvCxnSpPr>
            <a:stCxn xmlns:a="http://schemas.openxmlformats.org/drawingml/2006/main" id="17425" idx="3"/>
            <a:endCxn xmlns:a="http://schemas.openxmlformats.org/drawingml/2006/main" id="17429" idx="1"/>
          </p:cNvCxnSpPr>
          <p:nvPr/>
        </p:nvCxnSpPr>
        <p:spPr>
          <a:xfrm xmlns:a="http://schemas.openxmlformats.org/drawingml/2006/main">
            <a:off x="4524375" y="3538538"/>
            <a:ext cx="333375"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66" name=""/>
          <p:cNvCxnSpPr>
            <a:stCxn xmlns:a="http://schemas.openxmlformats.org/drawingml/2006/main" id="17421" idx="3"/>
            <a:endCxn xmlns:a="http://schemas.openxmlformats.org/drawingml/2006/main" id="17425" idx="1"/>
          </p:cNvCxnSpPr>
          <p:nvPr/>
        </p:nvCxnSpPr>
        <p:spPr>
          <a:xfrm xmlns:a="http://schemas.openxmlformats.org/drawingml/2006/main">
            <a:off x="2238375" y="3538538"/>
            <a:ext cx="333375" cy="0"/>
          </a:xfrm>
          <a:prstGeom xmlns:a="http://schemas.openxmlformats.org/drawingml/2006/main" prst="straightConnector1">
            <a:avLst/>
          </a:prstGeom>
          <a:ln xmlns:a="http://schemas.openxmlformats.org/drawingml/2006/main" w="21908">
            <a:solidFill>
              <a:srgbClr val="0070C0"/>
            </a:solidFill>
            <a:tailEnd type="triangle" w="med" len="med"/>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73C2526E-FD8D-4278-8E87-4B23F7BB734F}"/>
              </a:ext>
            </a:extLst>
          </p:cNvPr>
          <p:cNvSpPr>
            <a:spLocks xmlns:a="http://schemas.openxmlformats.org/drawingml/2006/main" noGrp="1"/>
          </p:cNvSpPr>
          <p:nvPr>
            <p:ph type="title" idx="0"/>
          </p:nvPr>
        </p:nvSpPr>
        <p:spPr>
          <a:xfrm xmlns:a="http://schemas.openxmlformats.org/drawingml/2006/main">
            <a:off x="1685925" y="276225"/>
            <a:ext cx="8001000" cy="762000"/>
          </a:xfrm>
        </p:spPr>
        <p:txBody>
          <a:bodyPr xmlns:a="http://schemas.openxmlformats.org/drawingml/2006/main" lIns="0" tIns="0" rIns="0" bIns="0" anchor="ctr"/>
          <a:lstStyle xmlns:a="http://schemas.openxmlformats.org/drawingml/2006/main"/>
          <a:p xmlns:a="http://schemas.openxmlformats.org/drawingml/2006/main">
            <a:pPr algn="ctr">
              <a:buNone/>
              <a:defRPr sz="3375" b="1">
                <a:solidFill>
                  <a:srgbClr val="000000"/>
                </a:solidFill>
                <a:latin typeface="Times New Roman"/>
                <a:ea typeface="Times New Roman"/>
                <a:cs typeface="Times New Roman"/>
              </a:defRPr>
            </a:pPr>
            <a:r>
              <a:rPr sz="3375"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73BDB368-528E-412E-BAC1-FB05738C5D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60385D5-9B67-4BCD-98A0-94C96D85468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650">
                <a:solidFill>
                  <a:srgbClr val="000000"/>
                </a:solidFill>
                <a:latin typeface="Calibri"/>
                <a:ea typeface="Calibri"/>
                <a:cs typeface="Calibri"/>
              </a:defRPr>
            </a:pPr>
            <a:r>
              <a:rPr sz="1650">
                <a:solidFill>
                  <a:srgbClr val="000000"/>
                </a:solidFill>
                <a:latin typeface="Calibri"/>
                <a:ea typeface="Calibri"/>
                <a:cs typeface="Calibri"/>
              </a:rPr>
              <a:t>Byte Hogs</a:t>
            </a:r>
            <a:endParaRPr/>
          </a:p>
        </p:txBody>
      </p:sp>
      <p:sp>
        <p:nvSpPr>
          <p:cNvPr id="17412" name="">
            <a:extLst xmlns:a="http://schemas.openxmlformats.org/drawingml/2006/main">
              <a:ext uri="{FF2B5EF4-FFF2-40B4-BE49-F238E27FC236}">
                <a16:creationId xmlns:a16="http://schemas.microsoft.com/office/drawing/2014/main" id="{C044E48D-AF3B-404B-B94D-0148C24BF435}"/>
              </a:ext>
            </a:extLst>
          </p:cNvPr>
          <p:cNvSpPr>
            <a:spLocks xmlns:a="http://schemas.openxmlformats.org/drawingml/2006/main" noGrp="1"/>
          </p:cNvSpPr>
          <p:nvPr/>
        </p:nvSpPr>
        <p:spPr>
          <a:xfrm xmlns:a="http://schemas.openxmlformats.org/drawingml/2006/main">
            <a:off x="419100" y="6410325"/>
            <a:ext cx="342900" cy="3429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pic>
        <p:nvPicPr>
          <p:cNvPr id="17473" name=""/>
          <p:cNvPicPr>
            <a:picLocks xmlns:a="http://schemas.openxmlformats.org/drawingml/2006/main" noChangeAspect="1"/>
          </p:cNvPicPr>
          <p:nvPr/>
        </p:nvPicPr>
        <p:blipFill>
          <a:blip xmlns:r="http://schemas.openxmlformats.org/officeDocument/2006/relationships" xmlns:a="http://schemas.openxmlformats.org/drawingml/2006/main" r:embed="Rb8cd8a1104ab4d5c"/>
          <a:stretch xmlns:a="http://schemas.openxmlformats.org/drawingml/2006/main"/>
        </p:blipFill>
        <p:spPr>
          <a:xfrm xmlns:a="http://schemas.openxmlformats.org/drawingml/2006/main">
            <a:off x="428625" y="6419850"/>
            <a:ext cx="323850" cy="323850"/>
          </a:xfrm>
          <a:prstGeom xmlns:a="http://schemas.openxmlformats.org/drawingml/2006/main" prst="rect">
            <a:avLst/>
          </a:prstGeom>
        </p:spPr>
      </p:pic>
      <p:sp>
        <p:nvSpPr>
          <p:cNvPr id="17414" name="">
            <a:extLst xmlns:a="http://schemas.openxmlformats.org/drawingml/2006/main">
              <a:ext uri="{FF2B5EF4-FFF2-40B4-BE49-F238E27FC236}">
                <a16:creationId xmlns:a16="http://schemas.microsoft.com/office/drawing/2014/main" id="{688443DD-3115-458F-A7BA-995F438606C7}"/>
              </a:ext>
            </a:extLst>
          </p:cNvPr>
          <p:cNvSpPr>
            <a:spLocks xmlns:a="http://schemas.openxmlformats.org/drawingml/2006/main" noGrp="1"/>
          </p:cNvSpPr>
          <p:nvPr/>
        </p:nvSpPr>
        <p:spPr>
          <a:xfrm xmlns:a="http://schemas.openxmlformats.org/drawingml/2006/main">
            <a:off x="828675" y="64865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CAPTAIN</a:t>
            </a:r>
          </a:p>
        </p:txBody>
      </p:sp>
      <p:sp>
        <p:nvSpPr>
          <p:cNvPr id="17415" name="">
            <a:extLst xmlns:a="http://schemas.openxmlformats.org/drawingml/2006/main">
              <a:ext uri="{FF2B5EF4-FFF2-40B4-BE49-F238E27FC236}">
                <a16:creationId xmlns:a16="http://schemas.microsoft.com/office/drawing/2014/main" id="{75A37348-C53F-458F-9669-C98A31310C9F}"/>
              </a:ext>
            </a:extLst>
          </p:cNvPr>
          <p:cNvSpPr>
            <a:spLocks xmlns:a="http://schemas.openxmlformats.org/drawingml/2006/main" noGrp="1"/>
          </p:cNvSpPr>
          <p:nvPr/>
        </p:nvSpPr>
        <p:spPr>
          <a:xfrm xmlns:a="http://schemas.openxmlformats.org/drawingml/2006/main">
            <a:off x="428625" y="1257300"/>
            <a:ext cx="1128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Privacy boundary before planning</a:t>
            </a:r>
          </a:p>
        </p:txBody>
      </p:sp>
      <p:sp>
        <p:nvSpPr>
          <p:cNvPr id="17416" name="">
            <a:extLst xmlns:a="http://schemas.openxmlformats.org/drawingml/2006/main">
              <a:ext uri="{FF2B5EF4-FFF2-40B4-BE49-F238E27FC236}">
                <a16:creationId xmlns:a16="http://schemas.microsoft.com/office/drawing/2014/main" id="{0C29A7D2-65AB-49F1-886E-B00EC7646C1E}"/>
              </a:ext>
            </a:extLst>
          </p:cNvPr>
          <p:cNvSpPr>
            <a:spLocks xmlns:a="http://schemas.openxmlformats.org/drawingml/2006/main" noGrp="1"/>
          </p:cNvSpPr>
          <p:nvPr/>
        </p:nvSpPr>
        <p:spPr>
          <a:xfrm xmlns:a="http://schemas.openxmlformats.org/drawingml/2006/main">
            <a:off x="381000" y="1847850"/>
            <a:ext cx="7019925" cy="2752725"/>
          </a:xfrm>
          <a:prstGeom xmlns:a="http://schemas.openxmlformats.org/drawingml/2006/main" prst="rect">
            <a:avLst/>
          </a:prstGeom>
          <a:noFill xmlns:a="http://schemas.openxmlformats.org/drawingml/2006/main"/>
          <a:ln xmlns:a="http://schemas.openxmlformats.org/drawingml/2006/main" w="9525">
            <a:solidFill>
              <a:srgbClr val="27816E"/>
            </a:solidFill>
          </a:ln>
        </p:spPr>
      </p:sp>
      <p:sp>
        <p:nvSpPr>
          <p:cNvPr id="17417" name="">
            <a:extLst xmlns:a="http://schemas.openxmlformats.org/drawingml/2006/main">
              <a:ext uri="{FF2B5EF4-FFF2-40B4-BE49-F238E27FC236}">
                <a16:creationId xmlns:a16="http://schemas.microsoft.com/office/drawing/2014/main" id="{C443C627-C416-4930-9C08-BE8FCA43C834}"/>
              </a:ext>
            </a:extLst>
          </p:cNvPr>
          <p:cNvSpPr>
            <a:spLocks xmlns:a="http://schemas.openxmlformats.org/drawingml/2006/main" noGrp="1"/>
          </p:cNvSpPr>
          <p:nvPr/>
        </p:nvSpPr>
        <p:spPr>
          <a:xfrm xmlns:a="http://schemas.openxmlformats.org/drawingml/2006/main">
            <a:off x="523875" y="1952625"/>
            <a:ext cx="661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6C5A"/>
                </a:solidFill>
                <a:latin typeface="Arial"/>
                <a:ea typeface="Arial"/>
                <a:cs typeface="Arial"/>
              </a:defRPr>
            </a:pPr>
            <a:r>
              <a:rPr sz="1800" b="1">
                <a:solidFill>
                  <a:srgbClr val="176C5A"/>
                </a:solidFill>
                <a:latin typeface="Arial"/>
                <a:ea typeface="Arial"/>
                <a:cs typeface="Arial"/>
              </a:rPr>
              <a:t>LOCAL PRIVACY BOUNDARY</a:t>
            </a:r>
          </a:p>
        </p:txBody>
      </p:sp>
      <p:sp>
        <p:nvSpPr>
          <p:cNvPr id="17418" name="">
            <a:extLst xmlns:a="http://schemas.openxmlformats.org/drawingml/2006/main">
              <a:ext uri="{FF2B5EF4-FFF2-40B4-BE49-F238E27FC236}">
                <a16:creationId xmlns:a16="http://schemas.microsoft.com/office/drawing/2014/main" id="{0EAB600F-5664-4C87-8BF3-39CA9650BA88}"/>
              </a:ext>
            </a:extLst>
          </p:cNvPr>
          <p:cNvSpPr>
            <a:spLocks xmlns:a="http://schemas.openxmlformats.org/drawingml/2006/main" noGrp="1"/>
          </p:cNvSpPr>
          <p:nvPr/>
        </p:nvSpPr>
        <p:spPr>
          <a:xfrm xmlns:a="http://schemas.openxmlformats.org/drawingml/2006/main">
            <a:off x="523875" y="2276475"/>
            <a:ext cx="6648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76C5A"/>
                </a:solidFill>
                <a:latin typeface="Arial"/>
                <a:ea typeface="Arial"/>
                <a:cs typeface="Arial"/>
              </a:defRPr>
            </a:pPr>
            <a:r>
              <a:rPr sz="1425" b="0">
                <a:solidFill>
                  <a:srgbClr val="176C5A"/>
                </a:solidFill>
                <a:latin typeface="Arial"/>
                <a:ea typeface="Arial"/>
                <a:cs typeface="Arial"/>
              </a:rPr>
              <a:t>Raw captures and detected private values stay in the extension</a:t>
            </a:r>
          </a:p>
        </p:txBody>
      </p:sp>
      <p:sp>
        <p:nvSpPr>
          <p:cNvPr id="17419" name="">
            <a:extLst xmlns:a="http://schemas.openxmlformats.org/drawingml/2006/main">
              <a:ext uri="{FF2B5EF4-FFF2-40B4-BE49-F238E27FC236}">
                <a16:creationId xmlns:a16="http://schemas.microsoft.com/office/drawing/2014/main" id="{4C7E9A02-5113-4065-8D21-E90172C17EAA}"/>
              </a:ext>
            </a:extLst>
          </p:cNvPr>
          <p:cNvSpPr>
            <a:spLocks xmlns:a="http://schemas.openxmlformats.org/drawingml/2006/main" noGrp="1"/>
          </p:cNvSpPr>
          <p:nvPr/>
        </p:nvSpPr>
        <p:spPr>
          <a:xfrm xmlns:a="http://schemas.openxmlformats.org/drawingml/2006/main">
            <a:off x="7658100" y="1971675"/>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1F497D"/>
                </a:solidFill>
                <a:latin typeface="Arial"/>
                <a:ea typeface="Arial"/>
                <a:cs typeface="Arial"/>
              </a:defRPr>
            </a:pPr>
            <a:r>
              <a:rPr sz="1725" b="1">
                <a:solidFill>
                  <a:srgbClr val="1F497D"/>
                </a:solidFill>
                <a:latin typeface="Arial"/>
                <a:ea typeface="Arial"/>
                <a:cs typeface="Arial"/>
              </a:rPr>
              <a:t>Local companion</a:t>
            </a:r>
          </a:p>
        </p:txBody>
      </p:sp>
      <p:sp>
        <p:nvSpPr>
          <p:cNvPr id="17420" name="">
            <a:extLst xmlns:a="http://schemas.openxmlformats.org/drawingml/2006/main">
              <a:ext uri="{FF2B5EF4-FFF2-40B4-BE49-F238E27FC236}">
                <a16:creationId xmlns:a16="http://schemas.microsoft.com/office/drawing/2014/main" id="{01926BD6-5EE7-4183-A32C-40E2C325E02E}"/>
              </a:ext>
            </a:extLst>
          </p:cNvPr>
          <p:cNvSpPr>
            <a:spLocks xmlns:a="http://schemas.openxmlformats.org/drawingml/2006/main" noGrp="1"/>
          </p:cNvSpPr>
          <p:nvPr/>
        </p:nvSpPr>
        <p:spPr>
          <a:xfrm xmlns:a="http://schemas.openxmlformats.org/drawingml/2006/main">
            <a:off x="9915525" y="1971675"/>
            <a:ext cx="1914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1F497D"/>
                </a:solidFill>
                <a:latin typeface="Arial"/>
                <a:ea typeface="Arial"/>
                <a:cs typeface="Arial"/>
              </a:defRPr>
            </a:pPr>
            <a:r>
              <a:rPr sz="1725" b="1">
                <a:solidFill>
                  <a:srgbClr val="1F497D"/>
                </a:solidFill>
                <a:latin typeface="Arial"/>
                <a:ea typeface="Arial"/>
                <a:cs typeface="Arial"/>
              </a:rPr>
              <a:t>Local browser</a:t>
            </a:r>
          </a:p>
        </p:txBody>
      </p:sp>
      <p:sp>
        <p:nvSpPr>
          <p:cNvPr id="17421" name="">
            <a:extLst xmlns:a="http://schemas.openxmlformats.org/drawingml/2006/main">
              <a:ext uri="{FF2B5EF4-FFF2-40B4-BE49-F238E27FC236}">
                <a16:creationId xmlns:a16="http://schemas.microsoft.com/office/drawing/2014/main" id="{A204D0A3-2EF9-4CEF-BE6D-FC346AE76332}"/>
              </a:ext>
            </a:extLst>
          </p:cNvPr>
          <p:cNvSpPr>
            <a:spLocks xmlns:a="http://schemas.openxmlformats.org/drawingml/2006/main" noGrp="1"/>
          </p:cNvSpPr>
          <p:nvPr/>
        </p:nvSpPr>
        <p:spPr>
          <a:xfrm xmlns:a="http://schemas.openxmlformats.org/drawingml/2006/main">
            <a:off x="523875" y="2657475"/>
            <a:ext cx="1714500" cy="1762125"/>
          </a:xfrm>
          <a:prstGeom xmlns:a="http://schemas.openxmlformats.org/drawingml/2006/main" prst="rect">
            <a:avLst/>
          </a:prstGeom>
          <a:solidFill xmlns:a="http://schemas.openxmlformats.org/drawingml/2006/main">
            <a:srgbClr val="EDF7F4"/>
          </a:solidFill>
          <a:ln xmlns:a="http://schemas.openxmlformats.org/drawingml/2006/main" w="9525">
            <a:solidFill>
              <a:srgbClr val="8AB7AA"/>
            </a:solidFill>
          </a:ln>
        </p:spPr>
      </p:sp>
      <p:pic>
        <p:nvPicPr>
          <p:cNvPr id="17482" name=""/>
          <p:cNvPicPr>
            <a:picLocks xmlns:a="http://schemas.openxmlformats.org/drawingml/2006/main" noChangeAspect="1"/>
          </p:cNvPicPr>
          <p:nvPr/>
        </p:nvPicPr>
        <p:blipFill>
          <a:blip xmlns:r="http://schemas.openxmlformats.org/officeDocument/2006/relationships" xmlns:a="http://schemas.openxmlformats.org/drawingml/2006/main" r:embed="Ra43aaa1195f84ef0"/>
          <a:stretch xmlns:a="http://schemas.openxmlformats.org/drawingml/2006/main"/>
        </p:blipFill>
        <p:spPr>
          <a:xfrm xmlns:a="http://schemas.openxmlformats.org/drawingml/2006/main">
            <a:off x="1209675" y="2762250"/>
            <a:ext cx="342900" cy="342900"/>
          </a:xfrm>
          <a:prstGeom xmlns:a="http://schemas.openxmlformats.org/drawingml/2006/main" prst="rect">
            <a:avLst/>
          </a:prstGeom>
        </p:spPr>
      </p:pic>
      <p:sp>
        <p:nvSpPr>
          <p:cNvPr id="17423" name="">
            <a:extLst xmlns:a="http://schemas.openxmlformats.org/drawingml/2006/main">
              <a:ext uri="{FF2B5EF4-FFF2-40B4-BE49-F238E27FC236}">
                <a16:creationId xmlns:a16="http://schemas.microsoft.com/office/drawing/2014/main" id="{238B908F-84D5-4FEA-8D58-4E5A29472B94}"/>
              </a:ext>
            </a:extLst>
          </p:cNvPr>
          <p:cNvSpPr>
            <a:spLocks xmlns:a="http://schemas.openxmlformats.org/drawingml/2006/main" noGrp="1"/>
          </p:cNvSpPr>
          <p:nvPr/>
        </p:nvSpPr>
        <p:spPr>
          <a:xfrm xmlns:a="http://schemas.openxmlformats.org/drawingml/2006/main">
            <a:off x="590550" y="3190875"/>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1  Navigate</a:t>
            </a:r>
          </a:p>
        </p:txBody>
      </p:sp>
      <p:sp>
        <p:nvSpPr>
          <p:cNvPr id="17424" name="">
            <a:extLst xmlns:a="http://schemas.openxmlformats.org/drawingml/2006/main">
              <a:ext uri="{FF2B5EF4-FFF2-40B4-BE49-F238E27FC236}">
                <a16:creationId xmlns:a16="http://schemas.microsoft.com/office/drawing/2014/main" id="{6A2AF39F-2CDB-41B7-9A43-C8CC0CFA793A}"/>
              </a:ext>
            </a:extLst>
          </p:cNvPr>
          <p:cNvSpPr>
            <a:spLocks xmlns:a="http://schemas.openxmlformats.org/drawingml/2006/main" noGrp="1"/>
          </p:cNvSpPr>
          <p:nvPr/>
        </p:nvSpPr>
        <p:spPr>
          <a:xfrm xmlns:a="http://schemas.openxmlformats.org/drawingml/2006/main">
            <a:off x="609600" y="3600450"/>
            <a:ext cx="1543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Hold E for 4 s</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Type destination</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Open normal tab</a:t>
            </a:r>
          </a:p>
        </p:txBody>
      </p:sp>
      <p:sp>
        <p:nvSpPr>
          <p:cNvPr id="17425" name="">
            <a:extLst xmlns:a="http://schemas.openxmlformats.org/drawingml/2006/main">
              <a:ext uri="{FF2B5EF4-FFF2-40B4-BE49-F238E27FC236}">
                <a16:creationId xmlns:a16="http://schemas.microsoft.com/office/drawing/2014/main" id="{0F2F7845-C348-4BA1-A6B3-4B7B1359409A}"/>
              </a:ext>
            </a:extLst>
          </p:cNvPr>
          <p:cNvSpPr>
            <a:spLocks xmlns:a="http://schemas.openxmlformats.org/drawingml/2006/main" noGrp="1"/>
          </p:cNvSpPr>
          <p:nvPr/>
        </p:nvSpPr>
        <p:spPr>
          <a:xfrm xmlns:a="http://schemas.openxmlformats.org/drawingml/2006/main">
            <a:off x="2571750" y="2657475"/>
            <a:ext cx="1952625" cy="1762125"/>
          </a:xfrm>
          <a:prstGeom xmlns:a="http://schemas.openxmlformats.org/drawingml/2006/main" prst="rect">
            <a:avLst/>
          </a:prstGeom>
          <a:solidFill xmlns:a="http://schemas.openxmlformats.org/drawingml/2006/main">
            <a:srgbClr val="EDF7F4"/>
          </a:solidFill>
          <a:ln xmlns:a="http://schemas.openxmlformats.org/drawingml/2006/main" w="9525">
            <a:solidFill>
              <a:srgbClr val="8AB7AA"/>
            </a:solidFill>
          </a:ln>
        </p:spPr>
      </p:sp>
      <p:pic>
        <p:nvPicPr>
          <p:cNvPr id="17486" name=""/>
          <p:cNvPicPr>
            <a:picLocks xmlns:a="http://schemas.openxmlformats.org/drawingml/2006/main" noChangeAspect="1"/>
          </p:cNvPicPr>
          <p:nvPr/>
        </p:nvPicPr>
        <p:blipFill>
          <a:blip xmlns:r="http://schemas.openxmlformats.org/officeDocument/2006/relationships" xmlns:a="http://schemas.openxmlformats.org/drawingml/2006/main" r:embed="R4523fc2fb56c49d8"/>
          <a:stretch xmlns:a="http://schemas.openxmlformats.org/drawingml/2006/main"/>
        </p:blipFill>
        <p:spPr>
          <a:xfrm xmlns:a="http://schemas.openxmlformats.org/drawingml/2006/main">
            <a:off x="3376613" y="2762250"/>
            <a:ext cx="342900" cy="342900"/>
          </a:xfrm>
          <a:prstGeom xmlns:a="http://schemas.openxmlformats.org/drawingml/2006/main" prst="rect">
            <a:avLst/>
          </a:prstGeom>
        </p:spPr>
      </p:pic>
      <p:sp>
        <p:nvSpPr>
          <p:cNvPr id="17427" name="">
            <a:extLst xmlns:a="http://schemas.openxmlformats.org/drawingml/2006/main">
              <a:ext uri="{FF2B5EF4-FFF2-40B4-BE49-F238E27FC236}">
                <a16:creationId xmlns:a16="http://schemas.microsoft.com/office/drawing/2014/main" id="{92C9324A-0B81-4FBD-A6E6-30B260CCCAF0}"/>
              </a:ext>
            </a:extLst>
          </p:cNvPr>
          <p:cNvSpPr>
            <a:spLocks xmlns:a="http://schemas.openxmlformats.org/drawingml/2006/main" noGrp="1"/>
          </p:cNvSpPr>
          <p:nvPr/>
        </p:nvSpPr>
        <p:spPr>
          <a:xfrm xmlns:a="http://schemas.openxmlformats.org/drawingml/2006/main">
            <a:off x="2638425" y="3190875"/>
            <a:ext cx="1819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2  Perceive</a:t>
            </a:r>
          </a:p>
        </p:txBody>
      </p:sp>
      <p:sp>
        <p:nvSpPr>
          <p:cNvPr id="17428" name="">
            <a:extLst xmlns:a="http://schemas.openxmlformats.org/drawingml/2006/main">
              <a:ext uri="{FF2B5EF4-FFF2-40B4-BE49-F238E27FC236}">
                <a16:creationId xmlns:a16="http://schemas.microsoft.com/office/drawing/2014/main" id="{6E8A56EC-426B-40CB-B530-D5D469E329CD}"/>
              </a:ext>
            </a:extLst>
          </p:cNvPr>
          <p:cNvSpPr>
            <a:spLocks xmlns:a="http://schemas.openxmlformats.org/drawingml/2006/main" noGrp="1"/>
          </p:cNvSpPr>
          <p:nvPr/>
        </p:nvSpPr>
        <p:spPr>
          <a:xfrm xmlns:a="http://schemas.openxmlformats.org/drawingml/2006/main">
            <a:off x="2657475" y="3600450"/>
            <a:ext cx="1781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DOM structure</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Local OCR / vision</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Sensitive-field scan</a:t>
            </a:r>
          </a:p>
        </p:txBody>
      </p:sp>
      <p:sp>
        <p:nvSpPr>
          <p:cNvPr id="17429" name="">
            <a:extLst xmlns:a="http://schemas.openxmlformats.org/drawingml/2006/main">
              <a:ext uri="{FF2B5EF4-FFF2-40B4-BE49-F238E27FC236}">
                <a16:creationId xmlns:a16="http://schemas.microsoft.com/office/drawing/2014/main" id="{0F9F7C78-1363-47BD-A6A5-C7D8C4A8837C}"/>
              </a:ext>
            </a:extLst>
          </p:cNvPr>
          <p:cNvSpPr>
            <a:spLocks xmlns:a="http://schemas.openxmlformats.org/drawingml/2006/main" noGrp="1"/>
          </p:cNvSpPr>
          <p:nvPr/>
        </p:nvSpPr>
        <p:spPr>
          <a:xfrm xmlns:a="http://schemas.openxmlformats.org/drawingml/2006/main">
            <a:off x="4857750" y="2657475"/>
            <a:ext cx="2381250" cy="1762125"/>
          </a:xfrm>
          <a:prstGeom xmlns:a="http://schemas.openxmlformats.org/drawingml/2006/main" prst="rect">
            <a:avLst/>
          </a:prstGeom>
          <a:solidFill xmlns:a="http://schemas.openxmlformats.org/drawingml/2006/main">
            <a:srgbClr val="EDF7F4"/>
          </a:solidFill>
          <a:ln xmlns:a="http://schemas.openxmlformats.org/drawingml/2006/main" w="9525">
            <a:solidFill>
              <a:srgbClr val="8AB7AA"/>
            </a:solidFill>
          </a:ln>
        </p:spPr>
      </p:sp>
      <p:pic>
        <p:nvPicPr>
          <p:cNvPr id="17490" name=""/>
          <p:cNvPicPr>
            <a:picLocks xmlns:a="http://schemas.openxmlformats.org/drawingml/2006/main" noChangeAspect="1"/>
          </p:cNvPicPr>
          <p:nvPr/>
        </p:nvPicPr>
        <p:blipFill>
          <a:blip xmlns:r="http://schemas.openxmlformats.org/officeDocument/2006/relationships" xmlns:a="http://schemas.openxmlformats.org/drawingml/2006/main" r:embed="Rd3c10fd2b5444f92"/>
          <a:stretch xmlns:a="http://schemas.openxmlformats.org/drawingml/2006/main"/>
        </p:blipFill>
        <p:spPr>
          <a:xfrm xmlns:a="http://schemas.openxmlformats.org/drawingml/2006/main">
            <a:off x="5876925" y="2762250"/>
            <a:ext cx="342900" cy="342900"/>
          </a:xfrm>
          <a:prstGeom xmlns:a="http://schemas.openxmlformats.org/drawingml/2006/main" prst="rect">
            <a:avLst/>
          </a:prstGeom>
        </p:spPr>
      </p:pic>
      <p:sp>
        <p:nvSpPr>
          <p:cNvPr id="17431" name="">
            <a:extLst xmlns:a="http://schemas.openxmlformats.org/drawingml/2006/main">
              <a:ext uri="{FF2B5EF4-FFF2-40B4-BE49-F238E27FC236}">
                <a16:creationId xmlns:a16="http://schemas.microsoft.com/office/drawing/2014/main" id="{445459F2-CD36-4AD7-B482-B7022E7F6059}"/>
              </a:ext>
            </a:extLst>
          </p:cNvPr>
          <p:cNvSpPr>
            <a:spLocks xmlns:a="http://schemas.openxmlformats.org/drawingml/2006/main" noGrp="1"/>
          </p:cNvSpPr>
          <p:nvPr/>
        </p:nvSpPr>
        <p:spPr>
          <a:xfrm xmlns:a="http://schemas.openxmlformats.org/drawingml/2006/main">
            <a:off x="4924425" y="3190875"/>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3  Protect</a:t>
            </a:r>
          </a:p>
        </p:txBody>
      </p:sp>
      <p:sp>
        <p:nvSpPr>
          <p:cNvPr id="17432" name="">
            <a:extLst xmlns:a="http://schemas.openxmlformats.org/drawingml/2006/main">
              <a:ext uri="{FF2B5EF4-FFF2-40B4-BE49-F238E27FC236}">
                <a16:creationId xmlns:a16="http://schemas.microsoft.com/office/drawing/2014/main" id="{88EED001-3456-45AD-B5B5-FBF234D887B5}"/>
              </a:ext>
            </a:extLst>
          </p:cNvPr>
          <p:cNvSpPr>
            <a:spLocks xmlns:a="http://schemas.openxmlformats.org/drawingml/2006/main" noGrp="1"/>
          </p:cNvSpPr>
          <p:nvPr/>
        </p:nvSpPr>
        <p:spPr>
          <a:xfrm xmlns:a="http://schemas.openxmlformats.org/drawingml/2006/main">
            <a:off x="4943475" y="3600450"/>
            <a:ext cx="220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Withheld list + preview</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Consent + fresh proof</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Sanitize fields / image</a:t>
            </a:r>
          </a:p>
        </p:txBody>
      </p:sp>
      <p:sp>
        <p:nvSpPr>
          <p:cNvPr id="17433" name="">
            <a:extLst xmlns:a="http://schemas.openxmlformats.org/drawingml/2006/main">
              <a:ext uri="{FF2B5EF4-FFF2-40B4-BE49-F238E27FC236}">
                <a16:creationId xmlns:a16="http://schemas.microsoft.com/office/drawing/2014/main" id="{775D6C8D-C082-430F-9082-88EB2633F68D}"/>
              </a:ext>
            </a:extLst>
          </p:cNvPr>
          <p:cNvSpPr>
            <a:spLocks xmlns:a="http://schemas.openxmlformats.org/drawingml/2006/main" noGrp="1"/>
          </p:cNvSpPr>
          <p:nvPr/>
        </p:nvSpPr>
        <p:spPr>
          <a:xfrm xmlns:a="http://schemas.openxmlformats.org/drawingml/2006/main">
            <a:off x="7762875" y="2657475"/>
            <a:ext cx="1857375"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AAC4D8"/>
            </a:solidFill>
          </a:ln>
        </p:spPr>
      </p:sp>
      <p:pic>
        <p:nvPicPr>
          <p:cNvPr id="17494" name=""/>
          <p:cNvPicPr>
            <a:picLocks xmlns:a="http://schemas.openxmlformats.org/drawingml/2006/main" noChangeAspect="1"/>
          </p:cNvPicPr>
          <p:nvPr/>
        </p:nvPicPr>
        <p:blipFill>
          <a:blip xmlns:r="http://schemas.openxmlformats.org/officeDocument/2006/relationships" xmlns:a="http://schemas.openxmlformats.org/drawingml/2006/main" r:embed="R2e6e40e5fb6d4375"/>
          <a:stretch xmlns:a="http://schemas.openxmlformats.org/drawingml/2006/main"/>
        </p:blipFill>
        <p:spPr>
          <a:xfrm xmlns:a="http://schemas.openxmlformats.org/drawingml/2006/main">
            <a:off x="8520113" y="2762250"/>
            <a:ext cx="342900" cy="342900"/>
          </a:xfrm>
          <a:prstGeom xmlns:a="http://schemas.openxmlformats.org/drawingml/2006/main" prst="rect">
            <a:avLst/>
          </a:prstGeom>
        </p:spPr>
      </p:pic>
      <p:sp>
        <p:nvSpPr>
          <p:cNvPr id="17435" name="">
            <a:extLst xmlns:a="http://schemas.openxmlformats.org/drawingml/2006/main">
              <a:ext uri="{FF2B5EF4-FFF2-40B4-BE49-F238E27FC236}">
                <a16:creationId xmlns:a16="http://schemas.microsoft.com/office/drawing/2014/main" id="{2494B3C1-799A-44A1-856B-AA1C89765F4F}"/>
              </a:ext>
            </a:extLst>
          </p:cNvPr>
          <p:cNvSpPr>
            <a:spLocks xmlns:a="http://schemas.openxmlformats.org/drawingml/2006/main" noGrp="1"/>
          </p:cNvSpPr>
          <p:nvPr/>
        </p:nvSpPr>
        <p:spPr>
          <a:xfrm xmlns:a="http://schemas.openxmlformats.org/drawingml/2006/main">
            <a:off x="7829550" y="3190875"/>
            <a:ext cx="1724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4  Plan</a:t>
            </a:r>
          </a:p>
        </p:txBody>
      </p:sp>
      <p:sp>
        <p:nvSpPr>
          <p:cNvPr id="17436" name="">
            <a:extLst xmlns:a="http://schemas.openxmlformats.org/drawingml/2006/main">
              <a:ext uri="{FF2B5EF4-FFF2-40B4-BE49-F238E27FC236}">
                <a16:creationId xmlns:a16="http://schemas.microsoft.com/office/drawing/2014/main" id="{117A83CD-E4A5-47EA-AB73-C658266E07BE}"/>
              </a:ext>
            </a:extLst>
          </p:cNvPr>
          <p:cNvSpPr>
            <a:spLocks xmlns:a="http://schemas.openxmlformats.org/drawingml/2006/main" noGrp="1"/>
          </p:cNvSpPr>
          <p:nvPr/>
        </p:nvSpPr>
        <p:spPr>
          <a:xfrm xmlns:a="http://schemas.openxmlformats.org/drawingml/2006/main">
            <a:off x="7848600" y="3600450"/>
            <a:ext cx="1685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Rules by default</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Optional Ollama</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Safe action plan</a:t>
            </a:r>
          </a:p>
        </p:txBody>
      </p:sp>
      <p:sp>
        <p:nvSpPr>
          <p:cNvPr id="17437" name="">
            <a:extLst xmlns:a="http://schemas.openxmlformats.org/drawingml/2006/main">
              <a:ext uri="{FF2B5EF4-FFF2-40B4-BE49-F238E27FC236}">
                <a16:creationId xmlns:a16="http://schemas.microsoft.com/office/drawing/2014/main" id="{D4518ABD-3DC3-44B9-A001-48FA4F3568AD}"/>
              </a:ext>
            </a:extLst>
          </p:cNvPr>
          <p:cNvSpPr>
            <a:spLocks xmlns:a="http://schemas.openxmlformats.org/drawingml/2006/main" noGrp="1"/>
          </p:cNvSpPr>
          <p:nvPr/>
        </p:nvSpPr>
        <p:spPr>
          <a:xfrm xmlns:a="http://schemas.openxmlformats.org/drawingml/2006/main">
            <a:off x="9953625" y="2657475"/>
            <a:ext cx="1809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AAC4D8"/>
            </a:solidFill>
          </a:ln>
        </p:spPr>
      </p:sp>
      <p:pic>
        <p:nvPicPr>
          <p:cNvPr id="17498" name=""/>
          <p:cNvPicPr>
            <a:picLocks xmlns:a="http://schemas.openxmlformats.org/drawingml/2006/main" noChangeAspect="1"/>
          </p:cNvPicPr>
          <p:nvPr/>
        </p:nvPicPr>
        <p:blipFill>
          <a:blip xmlns:r="http://schemas.openxmlformats.org/officeDocument/2006/relationships" xmlns:a="http://schemas.openxmlformats.org/drawingml/2006/main" r:embed="R873806c330644efb"/>
          <a:stretch xmlns:a="http://schemas.openxmlformats.org/drawingml/2006/main"/>
        </p:blipFill>
        <p:spPr>
          <a:xfrm xmlns:a="http://schemas.openxmlformats.org/drawingml/2006/main">
            <a:off x="10687050" y="2762250"/>
            <a:ext cx="342900" cy="342900"/>
          </a:xfrm>
          <a:prstGeom xmlns:a="http://schemas.openxmlformats.org/drawingml/2006/main" prst="rect">
            <a:avLst/>
          </a:prstGeom>
        </p:spPr>
      </p:pic>
      <p:sp>
        <p:nvSpPr>
          <p:cNvPr id="17439" name="">
            <a:extLst xmlns:a="http://schemas.openxmlformats.org/drawingml/2006/main">
              <a:ext uri="{FF2B5EF4-FFF2-40B4-BE49-F238E27FC236}">
                <a16:creationId xmlns:a16="http://schemas.microsoft.com/office/drawing/2014/main" id="{10C77F6F-639D-4521-AC64-F16611510D87}"/>
              </a:ext>
            </a:extLst>
          </p:cNvPr>
          <p:cNvSpPr>
            <a:spLocks xmlns:a="http://schemas.openxmlformats.org/drawingml/2006/main" noGrp="1"/>
          </p:cNvSpPr>
          <p:nvPr/>
        </p:nvSpPr>
        <p:spPr>
          <a:xfrm xmlns:a="http://schemas.openxmlformats.org/drawingml/2006/main">
            <a:off x="10020300" y="3190875"/>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F497D"/>
                </a:solidFill>
                <a:latin typeface="Arial"/>
                <a:ea typeface="Arial"/>
                <a:cs typeface="Arial"/>
              </a:defRPr>
            </a:pPr>
            <a:r>
              <a:rPr sz="1800" b="1">
                <a:solidFill>
                  <a:srgbClr val="1F497D"/>
                </a:solidFill>
                <a:latin typeface="Arial"/>
                <a:ea typeface="Arial"/>
                <a:cs typeface="Arial"/>
              </a:rPr>
              <a:t>5  Execute</a:t>
            </a:r>
          </a:p>
        </p:txBody>
      </p:sp>
      <p:sp>
        <p:nvSpPr>
          <p:cNvPr id="17440" name="">
            <a:extLst xmlns:a="http://schemas.openxmlformats.org/drawingml/2006/main">
              <a:ext uri="{FF2B5EF4-FFF2-40B4-BE49-F238E27FC236}">
                <a16:creationId xmlns:a16="http://schemas.microsoft.com/office/drawing/2014/main" id="{BE383419-0B0A-4B78-9E14-1B7325E972CE}"/>
              </a:ext>
            </a:extLst>
          </p:cNvPr>
          <p:cNvSpPr>
            <a:spLocks xmlns:a="http://schemas.openxmlformats.org/drawingml/2006/main" noGrp="1"/>
          </p:cNvSpPr>
          <p:nvPr/>
        </p:nvSpPr>
        <p:spPr>
          <a:xfrm xmlns:a="http://schemas.openxmlformats.org/drawingml/2006/main">
            <a:off x="10039350" y="3600450"/>
            <a:ext cx="1638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Validate action</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Verify outcome</a:t>
            </a:r>
          </a:p>
          <a:p xmlns:a="http://schemas.openxmlformats.org/drawingml/2006/main">
            <a:pPr algn="ctr">
              <a:defRPr sz="1500" b="0">
                <a:solidFill>
                  <a:srgbClr val="182A3A"/>
                </a:solidFill>
                <a:latin typeface="Arial"/>
                <a:ea typeface="Arial"/>
                <a:cs typeface="Arial"/>
              </a:defRPr>
            </a:pPr>
            <a:r>
              <a:rPr sz="1500" b="0">
                <a:solidFill>
                  <a:srgbClr val="182A3A"/>
                </a:solidFill>
                <a:latin typeface="Arial"/>
                <a:ea typeface="Arial"/>
                <a:cs typeface="Arial"/>
              </a:rPr>
              <a:t>Await command</a:t>
            </a:r>
          </a:p>
        </p:txBody>
      </p:sp>
      <p:sp>
        <p:nvSpPr>
          <p:cNvPr id="17445" name="">
            <a:extLst xmlns:a="http://schemas.openxmlformats.org/drawingml/2006/main">
              <a:ext uri="{FF2B5EF4-FFF2-40B4-BE49-F238E27FC236}">
                <a16:creationId xmlns:a16="http://schemas.microsoft.com/office/drawing/2014/main" id="{7F838C92-8E2A-4CC0-A618-E2B5E61B8436}"/>
              </a:ext>
            </a:extLst>
          </p:cNvPr>
          <p:cNvSpPr>
            <a:spLocks xmlns:a="http://schemas.openxmlformats.org/drawingml/2006/main" noGrp="1"/>
          </p:cNvSpPr>
          <p:nvPr/>
        </p:nvSpPr>
        <p:spPr>
          <a:xfrm xmlns:a="http://schemas.openxmlformats.org/drawingml/2006/main">
            <a:off x="7620000" y="2324100"/>
            <a:ext cx="2143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1">
                <a:solidFill>
                  <a:srgbClr val="176C5A"/>
                </a:solidFill>
                <a:latin typeface="Arial"/>
                <a:ea typeface="Arial"/>
                <a:cs typeface="Arial"/>
              </a:defRPr>
            </a:pPr>
            <a:r>
              <a:rPr sz="1425" b="1">
                <a:solidFill>
                  <a:srgbClr val="176C5A"/>
                </a:solidFill>
                <a:latin typeface="Arial"/>
                <a:ea typeface="Arial"/>
                <a:cs typeface="Arial"/>
              </a:rPr>
              <a:t>Sanitized context</a:t>
            </a:r>
          </a:p>
        </p:txBody>
      </p:sp>
      <p:sp>
        <p:nvSpPr>
          <p:cNvPr id="17446" name="">
            <a:extLst xmlns:a="http://schemas.openxmlformats.org/drawingml/2006/main">
              <a:ext uri="{FF2B5EF4-FFF2-40B4-BE49-F238E27FC236}">
                <a16:creationId xmlns:a16="http://schemas.microsoft.com/office/drawing/2014/main" id="{02CD1905-1CF4-41D3-BE97-363879270E31}"/>
              </a:ext>
            </a:extLst>
          </p:cNvPr>
          <p:cNvSpPr>
            <a:spLocks xmlns:a="http://schemas.openxmlformats.org/drawingml/2006/main" noGrp="1"/>
          </p:cNvSpPr>
          <p:nvPr/>
        </p:nvSpPr>
        <p:spPr>
          <a:xfrm xmlns:a="http://schemas.openxmlformats.org/drawingml/2006/main">
            <a:off x="7724775" y="4657725"/>
            <a:ext cx="1971675" cy="504825"/>
          </a:xfrm>
          <a:prstGeom xmlns:a="http://schemas.openxmlformats.org/drawingml/2006/main" prst="rect">
            <a:avLst/>
          </a:prstGeom>
          <a:solidFill xmlns:a="http://schemas.openxmlformats.org/drawingml/2006/main">
            <a:srgbClr val="FFF4D6"/>
          </a:solidFill>
          <a:ln xmlns:a="http://schemas.openxmlformats.org/drawingml/2006/main" w="9525">
            <a:solidFill>
              <a:srgbClr val="CE9C2A"/>
            </a:solidFill>
          </a:ln>
        </p:spPr>
      </p:sp>
      <p:sp>
        <p:nvSpPr>
          <p:cNvPr id="17447" name="">
            <a:extLst xmlns:a="http://schemas.openxmlformats.org/drawingml/2006/main">
              <a:ext uri="{FF2B5EF4-FFF2-40B4-BE49-F238E27FC236}">
                <a16:creationId xmlns:a16="http://schemas.microsoft.com/office/drawing/2014/main" id="{74D3071D-AA6C-4C27-92E6-2F8EB641E61A}"/>
              </a:ext>
            </a:extLst>
          </p:cNvPr>
          <p:cNvSpPr>
            <a:spLocks xmlns:a="http://schemas.openxmlformats.org/drawingml/2006/main" noGrp="1"/>
          </p:cNvSpPr>
          <p:nvPr/>
        </p:nvSpPr>
        <p:spPr>
          <a:xfrm xmlns:a="http://schemas.openxmlformats.org/drawingml/2006/main">
            <a:off x="7791450" y="4714875"/>
            <a:ext cx="1838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182A3A"/>
                </a:solidFill>
                <a:latin typeface="Arial"/>
                <a:ea typeface="Arial"/>
                <a:cs typeface="Arial"/>
              </a:defRPr>
            </a:pPr>
            <a:r>
              <a:rPr sz="1275" b="0">
                <a:solidFill>
                  <a:srgbClr val="182A3A"/>
                </a:solidFill>
                <a:latin typeface="Arial"/>
                <a:ea typeface="Arial"/>
                <a:cs typeface="Arial"/>
              </a:rPr>
              <a:t>Optional remote VLM</a:t>
            </a:r>
          </a:p>
          <a:p xmlns:a="http://schemas.openxmlformats.org/drawingml/2006/main">
            <a:pPr algn="ctr">
              <a:defRPr sz="1275" b="0">
                <a:solidFill>
                  <a:srgbClr val="182A3A"/>
                </a:solidFill>
                <a:latin typeface="Arial"/>
                <a:ea typeface="Arial"/>
                <a:cs typeface="Arial"/>
              </a:defRPr>
            </a:pPr>
            <a:r>
              <a:rPr sz="1275" b="0">
                <a:solidFill>
                  <a:srgbClr val="182A3A"/>
                </a:solidFill>
                <a:latin typeface="Arial"/>
                <a:ea typeface="Arial"/>
                <a:cs typeface="Arial"/>
              </a:rPr>
              <a:t>Sanitized context only</a:t>
            </a:r>
          </a:p>
        </p:txBody>
      </p:sp>
      <p:sp>
        <p:nvSpPr>
          <p:cNvPr id="17449" name="">
            <a:extLst xmlns:a="http://schemas.openxmlformats.org/drawingml/2006/main">
              <a:ext uri="{FF2B5EF4-FFF2-40B4-BE49-F238E27FC236}">
                <a16:creationId xmlns:a16="http://schemas.microsoft.com/office/drawing/2014/main" id="{FBB1EAA7-4564-405A-AAD8-1ED40102822C}"/>
              </a:ext>
            </a:extLst>
          </p:cNvPr>
          <p:cNvSpPr>
            <a:spLocks xmlns:a="http://schemas.openxmlformats.org/drawingml/2006/main" noGrp="1"/>
          </p:cNvSpPr>
          <p:nvPr/>
        </p:nvSpPr>
        <p:spPr>
          <a:xfrm xmlns:a="http://schemas.openxmlformats.org/drawingml/2006/main">
            <a:off x="9886950" y="4714875"/>
            <a:ext cx="1895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485C6C"/>
                </a:solidFill>
                <a:latin typeface="Arial"/>
                <a:ea typeface="Arial"/>
                <a:cs typeface="Arial"/>
              </a:defRPr>
            </a:pPr>
            <a:r>
              <a:rPr sz="1275" b="0">
                <a:solidFill>
                  <a:srgbClr val="485C6C"/>
                </a:solidFill>
                <a:latin typeface="Arial"/>
                <a:ea typeface="Arial"/>
                <a:cs typeface="Arial"/>
              </a:rPr>
              <a:t>Configured adapter</a:t>
            </a:r>
          </a:p>
        </p:txBody>
      </p:sp>
      <p:pic>
        <p:nvPicPr>
          <p:cNvPr id="17505" name=""/>
          <p:cNvPicPr>
            <a:picLocks xmlns:a="http://schemas.openxmlformats.org/drawingml/2006/main" noChangeAspect="1"/>
          </p:cNvPicPr>
          <p:nvPr/>
        </p:nvPicPr>
        <p:blipFill>
          <a:blip xmlns:r="http://schemas.openxmlformats.org/officeDocument/2006/relationships" xmlns:a="http://schemas.openxmlformats.org/drawingml/2006/main" r:embed="R5bcf0b0d317b4546"/>
          <a:stretch xmlns:a="http://schemas.openxmlformats.org/drawingml/2006/main"/>
        </p:blipFill>
        <p:spPr>
          <a:xfrm xmlns:a="http://schemas.openxmlformats.org/drawingml/2006/main">
            <a:off x="1104900" y="5057775"/>
            <a:ext cx="352425" cy="352425"/>
          </a:xfrm>
          <a:prstGeom xmlns:a="http://schemas.openxmlformats.org/drawingml/2006/main" prst="rect">
            <a:avLst/>
          </a:prstGeom>
        </p:spPr>
      </p:pic>
      <p:pic>
        <p:nvPicPr>
          <p:cNvPr id="17506" name=""/>
          <p:cNvPicPr>
            <a:picLocks xmlns:a="http://schemas.openxmlformats.org/drawingml/2006/main" noChangeAspect="1"/>
          </p:cNvPicPr>
          <p:nvPr/>
        </p:nvPicPr>
        <p:blipFill>
          <a:blip xmlns:r="http://schemas.openxmlformats.org/officeDocument/2006/relationships" xmlns:a="http://schemas.openxmlformats.org/drawingml/2006/main" r:embed="R25a4537de1a74aae"/>
          <a:stretch xmlns:a="http://schemas.openxmlformats.org/drawingml/2006/main"/>
        </p:blipFill>
        <p:spPr>
          <a:xfrm xmlns:a="http://schemas.openxmlformats.org/drawingml/2006/main">
            <a:off x="3290888" y="4953000"/>
            <a:ext cx="485775" cy="485775"/>
          </a:xfrm>
          <a:prstGeom xmlns:a="http://schemas.openxmlformats.org/drawingml/2006/main" prst="rect">
            <a:avLst/>
          </a:prstGeom>
        </p:spPr>
      </p:pic>
      <p:pic>
        <p:nvPicPr>
          <p:cNvPr id="17507" name=""/>
          <p:cNvPicPr>
            <a:picLocks xmlns:a="http://schemas.openxmlformats.org/drawingml/2006/main" noChangeAspect="1"/>
          </p:cNvPicPr>
          <p:nvPr/>
        </p:nvPicPr>
        <p:blipFill>
          <a:blip xmlns:r="http://schemas.openxmlformats.org/officeDocument/2006/relationships" xmlns:a="http://schemas.openxmlformats.org/drawingml/2006/main" r:embed="R85236c10c5344204"/>
          <a:stretch xmlns:a="http://schemas.openxmlformats.org/drawingml/2006/main"/>
        </p:blipFill>
        <p:spPr>
          <a:xfrm xmlns:a="http://schemas.openxmlformats.org/drawingml/2006/main">
            <a:off x="5848350" y="4981575"/>
            <a:ext cx="457200" cy="457200"/>
          </a:xfrm>
          <a:prstGeom xmlns:a="http://schemas.openxmlformats.org/drawingml/2006/main" prst="rect">
            <a:avLst/>
          </a:prstGeom>
        </p:spPr>
      </p:pic>
      <p:pic>
        <p:nvPicPr>
          <p:cNvPr id="17508" name=""/>
          <p:cNvPicPr>
            <a:picLocks xmlns:a="http://schemas.openxmlformats.org/drawingml/2006/main" noChangeAspect="1"/>
          </p:cNvPicPr>
          <p:nvPr/>
        </p:nvPicPr>
        <p:blipFill>
          <a:blip xmlns:r="http://schemas.openxmlformats.org/officeDocument/2006/relationships" xmlns:a="http://schemas.openxmlformats.org/drawingml/2006/main" r:embed="R32edaa0125db4a13"/>
          <a:stretch xmlns:a="http://schemas.openxmlformats.org/drawingml/2006/main"/>
        </p:blipFill>
        <p:spPr>
          <a:xfrm xmlns:a="http://schemas.openxmlformats.org/drawingml/2006/main">
            <a:off x="8382000" y="5276850"/>
            <a:ext cx="466725" cy="466725"/>
          </a:xfrm>
          <a:prstGeom xmlns:a="http://schemas.openxmlformats.org/drawingml/2006/main" prst="rect">
            <a:avLst/>
          </a:prstGeom>
        </p:spPr>
      </p:pic>
      <p:pic>
        <p:nvPicPr>
          <p:cNvPr id="17509" name=""/>
          <p:cNvPicPr>
            <a:picLocks xmlns:a="http://schemas.openxmlformats.org/drawingml/2006/main" noChangeAspect="1"/>
          </p:cNvPicPr>
          <p:nvPr/>
        </p:nvPicPr>
        <p:blipFill>
          <a:blip xmlns:r="http://schemas.openxmlformats.org/officeDocument/2006/relationships" xmlns:a="http://schemas.openxmlformats.org/drawingml/2006/main" r:embed="R0f27efa67b2549b7"/>
          <a:stretch xmlns:a="http://schemas.openxmlformats.org/drawingml/2006/main"/>
        </p:blipFill>
        <p:spPr>
          <a:xfrm xmlns:a="http://schemas.openxmlformats.org/drawingml/2006/main">
            <a:off x="10668000" y="5276850"/>
            <a:ext cx="361950" cy="361950"/>
          </a:xfrm>
          <a:prstGeom xmlns:a="http://schemas.openxmlformats.org/drawingml/2006/main" prst="rect">
            <a:avLst/>
          </a:prstGeom>
        </p:spPr>
      </p:pic>
      <p:sp>
        <p:nvSpPr>
          <p:cNvPr id="17455" name="">
            <a:extLst xmlns:a="http://schemas.openxmlformats.org/drawingml/2006/main">
              <a:ext uri="{FF2B5EF4-FFF2-40B4-BE49-F238E27FC236}">
                <a16:creationId xmlns:a16="http://schemas.microsoft.com/office/drawing/2014/main" id="{700E06C7-AAB1-4DEE-9C02-1BF64B503F84}"/>
              </a:ext>
            </a:extLst>
          </p:cNvPr>
          <p:cNvSpPr>
            <a:spLocks xmlns:a="http://schemas.openxmlformats.org/drawingml/2006/main" noGrp="1"/>
          </p:cNvSpPr>
          <p:nvPr/>
        </p:nvSpPr>
        <p:spPr>
          <a:xfrm xmlns:a="http://schemas.openxmlformats.org/drawingml/2006/main">
            <a:off x="495300" y="5505450"/>
            <a:ext cx="1781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JavaScript / MV3</a:t>
            </a:r>
          </a:p>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Chrome + Edge</a:t>
            </a:r>
          </a:p>
        </p:txBody>
      </p:sp>
      <p:sp>
        <p:nvSpPr>
          <p:cNvPr id="17456" name="">
            <a:extLst xmlns:a="http://schemas.openxmlformats.org/drawingml/2006/main">
              <a:ext uri="{FF2B5EF4-FFF2-40B4-BE49-F238E27FC236}">
                <a16:creationId xmlns:a16="http://schemas.microsoft.com/office/drawing/2014/main" id="{EEDC7141-6482-4BC2-A57C-5F0BC7281078}"/>
              </a:ext>
            </a:extLst>
          </p:cNvPr>
          <p:cNvSpPr>
            <a:spLocks xmlns:a="http://schemas.openxmlformats.org/drawingml/2006/main" noGrp="1"/>
          </p:cNvSpPr>
          <p:nvPr/>
        </p:nvSpPr>
        <p:spPr>
          <a:xfrm xmlns:a="http://schemas.openxmlformats.org/drawingml/2006/main">
            <a:off x="2552700" y="5505450"/>
            <a:ext cx="1990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Tesseract.js</a:t>
            </a:r>
          </a:p>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Local OCR</a:t>
            </a:r>
          </a:p>
        </p:txBody>
      </p:sp>
      <p:sp>
        <p:nvSpPr>
          <p:cNvPr id="17457" name="">
            <a:extLst xmlns:a="http://schemas.openxmlformats.org/drawingml/2006/main">
              <a:ext uri="{FF2B5EF4-FFF2-40B4-BE49-F238E27FC236}">
                <a16:creationId xmlns:a16="http://schemas.microsoft.com/office/drawing/2014/main" id="{F206F5E3-3EC7-4A95-886C-565B36AEC9DA}"/>
              </a:ext>
            </a:extLst>
          </p:cNvPr>
          <p:cNvSpPr>
            <a:spLocks xmlns:a="http://schemas.openxmlformats.org/drawingml/2006/main" noGrp="1"/>
          </p:cNvSpPr>
          <p:nvPr/>
        </p:nvSpPr>
        <p:spPr>
          <a:xfrm xmlns:a="http://schemas.openxmlformats.org/drawingml/2006/main">
            <a:off x="4857750" y="55054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ONNX / WASM</a:t>
            </a:r>
          </a:p>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Local PII + vision</a:t>
            </a:r>
          </a:p>
        </p:txBody>
      </p:sp>
      <p:sp>
        <p:nvSpPr>
          <p:cNvPr id="17458" name="">
            <a:extLst xmlns:a="http://schemas.openxmlformats.org/drawingml/2006/main">
              <a:ext uri="{FF2B5EF4-FFF2-40B4-BE49-F238E27FC236}">
                <a16:creationId xmlns:a16="http://schemas.microsoft.com/office/drawing/2014/main" id="{1AFD82C6-6037-4B4C-9D99-02CB26AD84C2}"/>
              </a:ext>
            </a:extLst>
          </p:cNvPr>
          <p:cNvSpPr>
            <a:spLocks xmlns:a="http://schemas.openxmlformats.org/drawingml/2006/main" noGrp="1"/>
          </p:cNvSpPr>
          <p:nvPr/>
        </p:nvSpPr>
        <p:spPr>
          <a:xfrm xmlns:a="http://schemas.openxmlformats.org/drawingml/2006/main">
            <a:off x="7667625" y="5800725"/>
            <a:ext cx="2047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Node.js 22+</a:t>
            </a:r>
          </a:p>
        </p:txBody>
      </p:sp>
      <p:sp>
        <p:nvSpPr>
          <p:cNvPr id="17459" name="">
            <a:extLst xmlns:a="http://schemas.openxmlformats.org/drawingml/2006/main">
              <a:ext uri="{FF2B5EF4-FFF2-40B4-BE49-F238E27FC236}">
                <a16:creationId xmlns:a16="http://schemas.microsoft.com/office/drawing/2014/main" id="{EC12F2BE-619C-4BEF-8BAC-4890FD7BE2A3}"/>
              </a:ext>
            </a:extLst>
          </p:cNvPr>
          <p:cNvSpPr>
            <a:spLocks xmlns:a="http://schemas.openxmlformats.org/drawingml/2006/main" noGrp="1"/>
          </p:cNvSpPr>
          <p:nvPr/>
        </p:nvSpPr>
        <p:spPr>
          <a:xfrm xmlns:a="http://schemas.openxmlformats.org/drawingml/2006/main">
            <a:off x="9934575" y="5800725"/>
            <a:ext cx="1847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F497D"/>
                </a:solidFill>
                <a:latin typeface="Arial"/>
                <a:ea typeface="Arial"/>
                <a:cs typeface="Arial"/>
              </a:defRPr>
            </a:pPr>
            <a:r>
              <a:rPr sz="1500" b="1">
                <a:solidFill>
                  <a:srgbClr val="1F497D"/>
                </a:solidFill>
                <a:latin typeface="Arial"/>
                <a:ea typeface="Arial"/>
                <a:cs typeface="Arial"/>
              </a:rPr>
              <a:t>Extension APIs</a:t>
            </a:r>
          </a:p>
        </p:txBody>
      </p:sp>
      <p:sp>
        <p:nvSpPr>
          <p:cNvPr id="17460" name="">
            <a:extLst xmlns:a="http://schemas.openxmlformats.org/drawingml/2006/main">
              <a:ext uri="{FF2B5EF4-FFF2-40B4-BE49-F238E27FC236}">
                <a16:creationId xmlns:a16="http://schemas.microsoft.com/office/drawing/2014/main" id="{852D01CF-ED19-4C84-803C-4E3FB3402AE3}"/>
              </a:ext>
            </a:extLst>
          </p:cNvPr>
          <p:cNvSpPr>
            <a:spLocks xmlns:a="http://schemas.openxmlformats.org/drawingml/2006/main" noGrp="1"/>
          </p:cNvSpPr>
          <p:nvPr/>
        </p:nvSpPr>
        <p:spPr>
          <a:xfrm xmlns:a="http://schemas.openxmlformats.org/drawingml/2006/main">
            <a:off x="428625" y="6086475"/>
            <a:ext cx="1133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485C6C"/>
                </a:solidFill>
                <a:latin typeface="Arial"/>
                <a:ea typeface="Arial"/>
                <a:cs typeface="Arial"/>
              </a:defRPr>
            </a:pPr>
            <a:r>
              <a:rPr sz="1425" b="1">
                <a:solidFill>
                  <a:srgbClr val="485C6C"/>
                </a:solidFill>
                <a:latin typeface="Arial"/>
                <a:ea typeface="Arial"/>
                <a:cs typeface="Arial"/>
              </a:rPr>
              <a:t>Fail-closed: mask uncertain regions or omit image. Protected input requires human direction.</a:t>
            </a:r>
          </a:p>
        </p:txBody>
      </p:sp>
      <p:pic>
        <p:nvPicPr>
          <p:cNvPr id="17516" name=""/>
          <p:cNvPicPr>
            <a:picLocks xmlns:a="http://schemas.openxmlformats.org/drawingml/2006/main" noChangeAspect="1"/>
          </p:cNvPicPr>
          <p:nvPr/>
        </p:nvPicPr>
        <p:blipFill>
          <a:blip xmlns:r="http://schemas.openxmlformats.org/officeDocument/2006/relationships" xmlns:a="http://schemas.openxmlformats.org/drawingml/2006/main" r:embed="R51be6c6781d948e1"/>
          <a:stretch xmlns:a="http://schemas.openxmlformats.org/drawingml/2006/main"/>
        </p:blipFill>
        <p:spPr>
          <a:xfrm xmlns:a="http://schemas.openxmlformats.org/drawingml/2006/main">
            <a:off x="9780080" y="1524"/>
            <a:ext cx="2249805" cy="1062323"/>
          </a:xfrm>
          <a:prstGeom xmlns:a="http://schemas.openxmlformats.org/drawingml/2006/main" prst="rect">
            <a:avLst/>
          </a:prstGeom>
        </p:spPr>
      </p:pic>
    </p:spTree>
    <p:extLst>
      <p:ext uri="{BB962C8B-B14F-4D97-AF65-F5344CB8AC3E}">
        <p14:creationId xmlns:p14="http://schemas.microsoft.com/office/powerpoint/2010/main" val="18439083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7446" name=""/>
          <p:cNvCxnSpPr>
            <a:stCxn xmlns:a="http://schemas.openxmlformats.org/drawingml/2006/main" id="17439" idx="3"/>
            <a:endCxn xmlns:a="http://schemas.openxmlformats.org/drawingml/2006/main" id="17440" idx="1"/>
          </p:cNvCxnSpPr>
          <p:nvPr/>
        </p:nvCxnSpPr>
        <p:spPr>
          <a:xfrm xmlns:a="http://schemas.openxmlformats.org/drawingml/2006/main">
            <a:off x="4619625" y="5276850"/>
            <a:ext cx="600075"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47" name=""/>
          <p:cNvCxnSpPr>
            <a:stCxn xmlns:a="http://schemas.openxmlformats.org/drawingml/2006/main" id="17434" idx="3"/>
            <a:endCxn xmlns:a="http://schemas.openxmlformats.org/drawingml/2006/main" id="17435" idx="1"/>
          </p:cNvCxnSpPr>
          <p:nvPr/>
        </p:nvCxnSpPr>
        <p:spPr>
          <a:xfrm xmlns:a="http://schemas.openxmlformats.org/drawingml/2006/main">
            <a:off x="4619625" y="4695825"/>
            <a:ext cx="600075"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48" name=""/>
          <p:cNvCxnSpPr>
            <a:stCxn xmlns:a="http://schemas.openxmlformats.org/drawingml/2006/main" id="17429" idx="3"/>
            <a:endCxn xmlns:a="http://schemas.openxmlformats.org/drawingml/2006/main" id="17430" idx="1"/>
          </p:cNvCxnSpPr>
          <p:nvPr/>
        </p:nvCxnSpPr>
        <p:spPr>
          <a:xfrm xmlns:a="http://schemas.openxmlformats.org/drawingml/2006/main">
            <a:off x="4619625" y="4114800"/>
            <a:ext cx="600075" cy="0"/>
          </a:xfrm>
          <a:prstGeom xmlns:a="http://schemas.openxmlformats.org/drawingml/2006/main" prst="straightConnector1">
            <a:avLst/>
          </a:prstGeom>
          <a:ln xmlns:a="http://schemas.openxmlformats.org/drawingml/2006/main" w="21908">
            <a:solidFill>
              <a:srgbClr val="0070C0"/>
            </a:solidFill>
            <a:tailEnd type="triangle" w="med" len="med"/>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C4D5B83-3C79-4F85-A62C-DB40776DBA51}"/>
              </a:ext>
            </a:extLst>
          </p:cNvPr>
          <p:cNvSpPr>
            <a:spLocks xmlns:a="http://schemas.openxmlformats.org/drawingml/2006/main" noGrp="1"/>
          </p:cNvSpPr>
          <p:nvPr>
            <p:ph type="title" idx="0"/>
          </p:nvPr>
        </p:nvSpPr>
        <p:spPr>
          <a:xfrm xmlns:a="http://schemas.openxmlformats.org/drawingml/2006/main">
            <a:off x="1685925" y="276225"/>
            <a:ext cx="8001000" cy="762000"/>
          </a:xfrm>
        </p:spPr>
        <p:txBody>
          <a:bodyPr xmlns:a="http://schemas.openxmlformats.org/drawingml/2006/main" lIns="0" tIns="0" rIns="0" bIns="0" anchor="ctr"/>
          <a:lstStyle xmlns:a="http://schemas.openxmlformats.org/drawingml/2006/main"/>
          <a:p xmlns:a="http://schemas.openxmlformats.org/drawingml/2006/main">
            <a:pPr algn="ctr">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A75DEFBD-EEED-45CF-A9DF-F9F4EBCB3F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strike="noStrike" cap="none" spc="0" baseline="0">
                <a:ln>
                  <a:noFill/>
                </a:ln>
                <a:solidFill>
                  <a:prstClr val="white"/>
                </a:solidFill>
                <a:latin typeface="TradeGothic"/>
                <a:ea typeface="TradeGothic"/>
                <a:cs typeface="TradeGothic"/>
              </a:rPr>
              <a:t>4</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E5D7C500-DC90-4D3E-9E52-2DAB5EF74C80}"/>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strike="noStrike" cap="none" spc="0" baseline="0">
                <a:ln>
                  <a:noFill/>
                </a:ln>
                <a:solidFill>
                  <a:prstClr val="white"/>
                </a:solidFill>
                <a:latin typeface="TradeGothic"/>
                <a:ea typeface="TradeGothic"/>
                <a:cs typeface="TradeGothic"/>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650">
                <a:solidFill>
                  <a:srgbClr val="000000"/>
                </a:solidFill>
                <a:latin typeface="Calibri"/>
                <a:ea typeface="Calibri"/>
                <a:cs typeface="Calibri"/>
              </a:defRPr>
            </a:pPr>
            <a:r>
              <a:rPr sz="1650">
                <a:solidFill>
                  <a:srgbClr val="000000"/>
                </a:solidFill>
                <a:latin typeface="Calibri"/>
                <a:ea typeface="Calibri"/>
                <a:cs typeface="Calibri"/>
              </a:rPr>
              <a:t>Byte Hogs</a:t>
            </a:r>
            <a:endParaRPr/>
          </a:p>
        </p:txBody>
      </p:sp>
      <p:sp>
        <p:nvSpPr>
          <p:cNvPr id="17412" name="">
            <a:extLst xmlns:a="http://schemas.openxmlformats.org/drawingml/2006/main">
              <a:ext uri="{FF2B5EF4-FFF2-40B4-BE49-F238E27FC236}">
                <a16:creationId xmlns:a16="http://schemas.microsoft.com/office/drawing/2014/main" id="{4B957D42-2508-4FC9-88E2-138CBB04579B}"/>
              </a:ext>
            </a:extLst>
          </p:cNvPr>
          <p:cNvSpPr>
            <a:spLocks xmlns:a="http://schemas.openxmlformats.org/drawingml/2006/main" noGrp="1"/>
          </p:cNvSpPr>
          <p:nvPr/>
        </p:nvSpPr>
        <p:spPr>
          <a:xfrm xmlns:a="http://schemas.openxmlformats.org/drawingml/2006/main">
            <a:off x="419100" y="6410325"/>
            <a:ext cx="342900" cy="3429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pic>
        <p:nvPicPr>
          <p:cNvPr id="17455" name=""/>
          <p:cNvPicPr>
            <a:picLocks xmlns:a="http://schemas.openxmlformats.org/drawingml/2006/main" noChangeAspect="1"/>
          </p:cNvPicPr>
          <p:nvPr/>
        </p:nvPicPr>
        <p:blipFill>
          <a:blip xmlns:r="http://schemas.openxmlformats.org/officeDocument/2006/relationships" xmlns:a="http://schemas.openxmlformats.org/drawingml/2006/main" r:embed="Rbf8ea7410e574e3c"/>
          <a:stretch xmlns:a="http://schemas.openxmlformats.org/drawingml/2006/main"/>
        </p:blipFill>
        <p:spPr>
          <a:xfrm xmlns:a="http://schemas.openxmlformats.org/drawingml/2006/main">
            <a:off x="428625" y="6419850"/>
            <a:ext cx="323850" cy="323850"/>
          </a:xfrm>
          <a:prstGeom xmlns:a="http://schemas.openxmlformats.org/drawingml/2006/main" prst="rect">
            <a:avLst/>
          </a:prstGeom>
        </p:spPr>
      </p:pic>
      <p:sp>
        <p:nvSpPr>
          <p:cNvPr id="17414" name="">
            <a:extLst xmlns:a="http://schemas.openxmlformats.org/drawingml/2006/main">
              <a:ext uri="{FF2B5EF4-FFF2-40B4-BE49-F238E27FC236}">
                <a16:creationId xmlns:a16="http://schemas.microsoft.com/office/drawing/2014/main" id="{9809684B-E3F1-4500-B2EA-7930B1839B2B}"/>
              </a:ext>
            </a:extLst>
          </p:cNvPr>
          <p:cNvSpPr>
            <a:spLocks xmlns:a="http://schemas.openxmlformats.org/drawingml/2006/main" noGrp="1"/>
          </p:cNvSpPr>
          <p:nvPr/>
        </p:nvSpPr>
        <p:spPr>
          <a:xfrm xmlns:a="http://schemas.openxmlformats.org/drawingml/2006/main">
            <a:off x="828675" y="64865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CAPTAIN</a:t>
            </a:r>
          </a:p>
        </p:txBody>
      </p:sp>
      <p:sp>
        <p:nvSpPr>
          <p:cNvPr id="17415" name="">
            <a:extLst xmlns:a="http://schemas.openxmlformats.org/drawingml/2006/main">
              <a:ext uri="{FF2B5EF4-FFF2-40B4-BE49-F238E27FC236}">
                <a16:creationId xmlns:a16="http://schemas.microsoft.com/office/drawing/2014/main" id="{D118DDAE-94B1-47C0-8657-20523ACA3BB3}"/>
              </a:ext>
            </a:extLst>
          </p:cNvPr>
          <p:cNvSpPr>
            <a:spLocks xmlns:a="http://schemas.openxmlformats.org/drawingml/2006/main" noGrp="1"/>
          </p:cNvSpPr>
          <p:nvPr/>
        </p:nvSpPr>
        <p:spPr>
          <a:xfrm xmlns:a="http://schemas.openxmlformats.org/drawingml/2006/main">
            <a:off x="428625" y="125730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Working prototype; measured claims only</a:t>
            </a:r>
          </a:p>
        </p:txBody>
      </p:sp>
      <p:sp>
        <p:nvSpPr>
          <p:cNvPr id="17416" name="">
            <a:extLst xmlns:a="http://schemas.openxmlformats.org/drawingml/2006/main">
              <a:ext uri="{FF2B5EF4-FFF2-40B4-BE49-F238E27FC236}">
                <a16:creationId xmlns:a16="http://schemas.microsoft.com/office/drawing/2014/main" id="{3DAA996B-6D0B-4429-8DC7-1F8972794E6B}"/>
              </a:ext>
            </a:extLst>
          </p:cNvPr>
          <p:cNvSpPr>
            <a:spLocks xmlns:a="http://schemas.openxmlformats.org/drawingml/2006/main" noGrp="1"/>
          </p:cNvSpPr>
          <p:nvPr/>
        </p:nvSpPr>
        <p:spPr>
          <a:xfrm xmlns:a="http://schemas.openxmlformats.org/drawingml/2006/main">
            <a:off x="428625" y="1905000"/>
            <a:ext cx="3419475" cy="1171575"/>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17" name="">
            <a:extLst xmlns:a="http://schemas.openxmlformats.org/drawingml/2006/main">
              <a:ext uri="{FF2B5EF4-FFF2-40B4-BE49-F238E27FC236}">
                <a16:creationId xmlns:a16="http://schemas.microsoft.com/office/drawing/2014/main" id="{7A1F6496-7526-452C-8A41-B3158ECE9D39}"/>
              </a:ext>
            </a:extLst>
          </p:cNvPr>
          <p:cNvSpPr>
            <a:spLocks xmlns:a="http://schemas.openxmlformats.org/drawingml/2006/main" noGrp="1"/>
          </p:cNvSpPr>
          <p:nvPr/>
        </p:nvSpPr>
        <p:spPr>
          <a:xfrm xmlns:a="http://schemas.openxmlformats.org/drawingml/2006/main">
            <a:off x="590550" y="2000250"/>
            <a:ext cx="3095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1F497D"/>
                </a:solidFill>
                <a:latin typeface="Arial"/>
                <a:ea typeface="Arial"/>
                <a:cs typeface="Arial"/>
              </a:defRPr>
            </a:pPr>
            <a:r>
              <a:rPr sz="3225" b="1">
                <a:solidFill>
                  <a:srgbClr val="1F497D"/>
                </a:solidFill>
                <a:latin typeface="Arial"/>
                <a:ea typeface="Arial"/>
                <a:cs typeface="Arial"/>
              </a:rPr>
              <a:t>567 / 567</a:t>
            </a:r>
          </a:p>
        </p:txBody>
      </p:sp>
      <p:sp>
        <p:nvSpPr>
          <p:cNvPr id="17418" name="">
            <a:extLst xmlns:a="http://schemas.openxmlformats.org/drawingml/2006/main">
              <a:ext uri="{FF2B5EF4-FFF2-40B4-BE49-F238E27FC236}">
                <a16:creationId xmlns:a16="http://schemas.microsoft.com/office/drawing/2014/main" id="{3A4B29B1-E0A5-4513-B306-BEC51E2B9B07}"/>
              </a:ext>
            </a:extLst>
          </p:cNvPr>
          <p:cNvSpPr>
            <a:spLocks xmlns:a="http://schemas.openxmlformats.org/drawingml/2006/main" noGrp="1"/>
          </p:cNvSpPr>
          <p:nvPr/>
        </p:nvSpPr>
        <p:spPr>
          <a:xfrm xmlns:a="http://schemas.openxmlformats.org/drawingml/2006/main">
            <a:off x="600075" y="2552700"/>
            <a:ext cx="30575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2A3A"/>
                </a:solidFill>
                <a:latin typeface="Arial"/>
                <a:ea typeface="Arial"/>
                <a:cs typeface="Arial"/>
              </a:defRPr>
            </a:pPr>
            <a:r>
              <a:rPr sz="1725" b="1">
                <a:solidFill>
                  <a:srgbClr val="182A3A"/>
                </a:solidFill>
                <a:latin typeface="Arial"/>
                <a:ea typeface="Arial"/>
                <a:cs typeface="Arial"/>
              </a:rPr>
              <a:t>Regression tests passed</a:t>
            </a:r>
          </a:p>
        </p:txBody>
      </p:sp>
      <p:sp>
        <p:nvSpPr>
          <p:cNvPr id="17419" name="">
            <a:extLst xmlns:a="http://schemas.openxmlformats.org/drawingml/2006/main">
              <a:ext uri="{FF2B5EF4-FFF2-40B4-BE49-F238E27FC236}">
                <a16:creationId xmlns:a16="http://schemas.microsoft.com/office/drawing/2014/main" id="{A2FCE767-F98E-431B-9562-E443AA3C172A}"/>
              </a:ext>
            </a:extLst>
          </p:cNvPr>
          <p:cNvSpPr>
            <a:spLocks xmlns:a="http://schemas.openxmlformats.org/drawingml/2006/main" noGrp="1"/>
          </p:cNvSpPr>
          <p:nvPr/>
        </p:nvSpPr>
        <p:spPr>
          <a:xfrm xmlns:a="http://schemas.openxmlformats.org/drawingml/2006/main">
            <a:off x="600075" y="2838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485C6C"/>
                </a:solidFill>
                <a:latin typeface="Arial"/>
                <a:ea typeface="Arial"/>
                <a:cs typeface="Arial"/>
              </a:defRPr>
            </a:pPr>
            <a:r>
              <a:rPr sz="1350" b="0">
                <a:solidFill>
                  <a:srgbClr val="485C6C"/>
                </a:solidFill>
                <a:latin typeface="Arial"/>
                <a:ea typeface="Arial"/>
                <a:cs typeface="Arial"/>
              </a:rPr>
              <a:t>Local log · 29 Sep 2026</a:t>
            </a:r>
          </a:p>
        </p:txBody>
      </p:sp>
      <p:sp>
        <p:nvSpPr>
          <p:cNvPr id="17420" name="">
            <a:extLst xmlns:a="http://schemas.openxmlformats.org/drawingml/2006/main">
              <a:ext uri="{FF2B5EF4-FFF2-40B4-BE49-F238E27FC236}">
                <a16:creationId xmlns:a16="http://schemas.microsoft.com/office/drawing/2014/main" id="{E476F8BB-1B5E-42AC-93B1-6B4F9A9238AC}"/>
              </a:ext>
            </a:extLst>
          </p:cNvPr>
          <p:cNvSpPr>
            <a:spLocks xmlns:a="http://schemas.openxmlformats.org/drawingml/2006/main" noGrp="1"/>
          </p:cNvSpPr>
          <p:nvPr/>
        </p:nvSpPr>
        <p:spPr>
          <a:xfrm xmlns:a="http://schemas.openxmlformats.org/drawingml/2006/main">
            <a:off x="4067175" y="1905000"/>
            <a:ext cx="3667125" cy="1171575"/>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21" name="">
            <a:extLst xmlns:a="http://schemas.openxmlformats.org/drawingml/2006/main">
              <a:ext uri="{FF2B5EF4-FFF2-40B4-BE49-F238E27FC236}">
                <a16:creationId xmlns:a16="http://schemas.microsoft.com/office/drawing/2014/main" id="{665FAC4E-4C5E-477D-9B7D-972021BA677C}"/>
              </a:ext>
            </a:extLst>
          </p:cNvPr>
          <p:cNvSpPr>
            <a:spLocks xmlns:a="http://schemas.openxmlformats.org/drawingml/2006/main" noGrp="1"/>
          </p:cNvSpPr>
          <p:nvPr/>
        </p:nvSpPr>
        <p:spPr>
          <a:xfrm xmlns:a="http://schemas.openxmlformats.org/drawingml/2006/main">
            <a:off x="4229100" y="2038350"/>
            <a:ext cx="335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GitHub: 2 fields</a:t>
            </a:r>
          </a:p>
        </p:txBody>
      </p:sp>
      <p:sp>
        <p:nvSpPr>
          <p:cNvPr id="17422" name="">
            <a:extLst xmlns:a="http://schemas.openxmlformats.org/drawingml/2006/main">
              <a:ext uri="{FF2B5EF4-FFF2-40B4-BE49-F238E27FC236}">
                <a16:creationId xmlns:a16="http://schemas.microsoft.com/office/drawing/2014/main" id="{91097B53-AC67-47E4-B289-B3FFA80984AD}"/>
              </a:ext>
            </a:extLst>
          </p:cNvPr>
          <p:cNvSpPr>
            <a:spLocks xmlns:a="http://schemas.openxmlformats.org/drawingml/2006/main" noGrp="1"/>
          </p:cNvSpPr>
          <p:nvPr/>
        </p:nvSpPr>
        <p:spPr>
          <a:xfrm xmlns:a="http://schemas.openxmlformats.org/drawingml/2006/main">
            <a:off x="4229100" y="2524125"/>
            <a:ext cx="33623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82A3A"/>
                </a:solidFill>
                <a:latin typeface="Arial"/>
                <a:ea typeface="Arial"/>
                <a:cs typeface="Arial"/>
              </a:defRPr>
            </a:pPr>
            <a:r>
              <a:rPr sz="1650" b="0">
                <a:solidFill>
                  <a:srgbClr val="182A3A"/>
                </a:solidFill>
                <a:latin typeface="Arial"/>
                <a:ea typeface="Arial"/>
                <a:cs typeface="Arial"/>
              </a:rPr>
              <a:t>Login + password blacked out</a:t>
            </a:r>
          </a:p>
        </p:txBody>
      </p:sp>
      <p:sp>
        <p:nvSpPr>
          <p:cNvPr id="17423" name="">
            <a:extLst xmlns:a="http://schemas.openxmlformats.org/drawingml/2006/main">
              <a:ext uri="{FF2B5EF4-FFF2-40B4-BE49-F238E27FC236}">
                <a16:creationId xmlns:a16="http://schemas.microsoft.com/office/drawing/2014/main" id="{C2D20F5B-866C-441F-A3AB-A1C00A746ED0}"/>
              </a:ext>
            </a:extLst>
          </p:cNvPr>
          <p:cNvSpPr>
            <a:spLocks xmlns:a="http://schemas.openxmlformats.org/drawingml/2006/main" noGrp="1"/>
          </p:cNvSpPr>
          <p:nvPr/>
        </p:nvSpPr>
        <p:spPr>
          <a:xfrm xmlns:a="http://schemas.openxmlformats.org/drawingml/2006/main">
            <a:off x="4229100" y="2819400"/>
            <a:ext cx="3371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485C6C"/>
                </a:solidFill>
                <a:latin typeface="Arial"/>
                <a:ea typeface="Arial"/>
                <a:cs typeface="Arial"/>
              </a:defRPr>
            </a:pPr>
            <a:r>
              <a:rPr sz="1350" b="0">
                <a:solidFill>
                  <a:srgbClr val="485C6C"/>
                </a:solidFill>
                <a:latin typeface="Arial"/>
                <a:ea typeface="Arial"/>
                <a:cs typeface="Arial"/>
              </a:rPr>
              <a:t>Public screenshot content retained</a:t>
            </a:r>
          </a:p>
        </p:txBody>
      </p:sp>
      <p:sp>
        <p:nvSpPr>
          <p:cNvPr id="17424" name="">
            <a:extLst xmlns:a="http://schemas.openxmlformats.org/drawingml/2006/main">
              <a:ext uri="{FF2B5EF4-FFF2-40B4-BE49-F238E27FC236}">
                <a16:creationId xmlns:a16="http://schemas.microsoft.com/office/drawing/2014/main" id="{FAD89A67-C733-4F88-A653-1959B924CBE0}"/>
              </a:ext>
            </a:extLst>
          </p:cNvPr>
          <p:cNvSpPr>
            <a:spLocks xmlns:a="http://schemas.openxmlformats.org/drawingml/2006/main" noGrp="1"/>
          </p:cNvSpPr>
          <p:nvPr/>
        </p:nvSpPr>
        <p:spPr>
          <a:xfrm xmlns:a="http://schemas.openxmlformats.org/drawingml/2006/main">
            <a:off x="7953375" y="1905000"/>
            <a:ext cx="3800475" cy="1171575"/>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25" name="">
            <a:extLst xmlns:a="http://schemas.openxmlformats.org/drawingml/2006/main">
              <a:ext uri="{FF2B5EF4-FFF2-40B4-BE49-F238E27FC236}">
                <a16:creationId xmlns:a16="http://schemas.microsoft.com/office/drawing/2014/main" id="{EEF7E7A7-D430-4D66-ABA0-3BF37AF9FCEC}"/>
              </a:ext>
            </a:extLst>
          </p:cNvPr>
          <p:cNvSpPr>
            <a:spLocks xmlns:a="http://schemas.openxmlformats.org/drawingml/2006/main" noGrp="1"/>
          </p:cNvSpPr>
          <p:nvPr/>
        </p:nvSpPr>
        <p:spPr>
          <a:xfrm xmlns:a="http://schemas.openxmlformats.org/drawingml/2006/main">
            <a:off x="8115300" y="20669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Windows + Chrome / Edge</a:t>
            </a:r>
          </a:p>
        </p:txBody>
      </p:sp>
      <p:sp>
        <p:nvSpPr>
          <p:cNvPr id="17426" name="">
            <a:extLst xmlns:a="http://schemas.openxmlformats.org/drawingml/2006/main">
              <a:ext uri="{FF2B5EF4-FFF2-40B4-BE49-F238E27FC236}">
                <a16:creationId xmlns:a16="http://schemas.microsoft.com/office/drawing/2014/main" id="{447A29BA-E736-45F4-8610-4ABB3C93C03B}"/>
              </a:ext>
            </a:extLst>
          </p:cNvPr>
          <p:cNvSpPr>
            <a:spLocks xmlns:a="http://schemas.openxmlformats.org/drawingml/2006/main" noGrp="1"/>
          </p:cNvSpPr>
          <p:nvPr/>
        </p:nvSpPr>
        <p:spPr>
          <a:xfrm xmlns:a="http://schemas.openxmlformats.org/drawingml/2006/main">
            <a:off x="8115300" y="25050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82A3A"/>
                </a:solidFill>
                <a:latin typeface="Arial"/>
                <a:ea typeface="Arial"/>
                <a:cs typeface="Arial"/>
              </a:defRPr>
            </a:pPr>
            <a:r>
              <a:rPr sz="1650" b="0">
                <a:solidFill>
                  <a:srgbClr val="182A3A"/>
                </a:solidFill>
                <a:latin typeface="Arial"/>
                <a:ea typeface="Arial"/>
                <a:cs typeface="Arial"/>
              </a:rPr>
              <a:t>Normal tabs · local Node companion</a:t>
            </a:r>
          </a:p>
        </p:txBody>
      </p:sp>
      <p:sp>
        <p:nvSpPr>
          <p:cNvPr id="17427" name="">
            <a:extLst xmlns:a="http://schemas.openxmlformats.org/drawingml/2006/main">
              <a:ext uri="{FF2B5EF4-FFF2-40B4-BE49-F238E27FC236}">
                <a16:creationId xmlns:a16="http://schemas.microsoft.com/office/drawing/2014/main" id="{CA71B869-0600-4042-AB54-C0260B1F30B6}"/>
              </a:ext>
            </a:extLst>
          </p:cNvPr>
          <p:cNvSpPr>
            <a:spLocks xmlns:a="http://schemas.openxmlformats.org/drawingml/2006/main" noGrp="1"/>
          </p:cNvSpPr>
          <p:nvPr/>
        </p:nvSpPr>
        <p:spPr>
          <a:xfrm xmlns:a="http://schemas.openxmlformats.org/drawingml/2006/main">
            <a:off x="8115300" y="2819400"/>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485C6C"/>
                </a:solidFill>
                <a:latin typeface="Arial"/>
                <a:ea typeface="Arial"/>
                <a:cs typeface="Arial"/>
              </a:defRPr>
            </a:pPr>
            <a:r>
              <a:rPr sz="1350" b="0">
                <a:solidFill>
                  <a:srgbClr val="485C6C"/>
                </a:solidFill>
                <a:latin typeface="Arial"/>
                <a:ea typeface="Arial"/>
                <a:cs typeface="Arial"/>
              </a:rPr>
              <a:t>Deterministic tasks: no API key</a:t>
            </a:r>
          </a:p>
        </p:txBody>
      </p:sp>
      <p:sp>
        <p:nvSpPr>
          <p:cNvPr id="17428" name="">
            <a:extLst xmlns:a="http://schemas.openxmlformats.org/drawingml/2006/main">
              <a:ext uri="{FF2B5EF4-FFF2-40B4-BE49-F238E27FC236}">
                <a16:creationId xmlns:a16="http://schemas.microsoft.com/office/drawing/2014/main" id="{D158A069-9A50-4CC1-9990-AEC8A588ABD3}"/>
              </a:ext>
            </a:extLst>
          </p:cNvPr>
          <p:cNvSpPr>
            <a:spLocks xmlns:a="http://schemas.openxmlformats.org/drawingml/2006/main" noGrp="1"/>
          </p:cNvSpPr>
          <p:nvPr/>
        </p:nvSpPr>
        <p:spPr>
          <a:xfrm xmlns:a="http://schemas.openxmlformats.org/drawingml/2006/main">
            <a:off x="428625" y="33909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Risk → mitigation</a:t>
            </a:r>
          </a:p>
        </p:txBody>
      </p:sp>
      <p:sp>
        <p:nvSpPr>
          <p:cNvPr id="17429" name="">
            <a:extLst xmlns:a="http://schemas.openxmlformats.org/drawingml/2006/main">
              <a:ext uri="{FF2B5EF4-FFF2-40B4-BE49-F238E27FC236}">
                <a16:creationId xmlns:a16="http://schemas.microsoft.com/office/drawing/2014/main" id="{00AE51A4-7D32-40D1-86EB-94C8E35EF1B3}"/>
              </a:ext>
            </a:extLst>
          </p:cNvPr>
          <p:cNvSpPr>
            <a:spLocks xmlns:a="http://schemas.openxmlformats.org/drawingml/2006/main" noGrp="1"/>
          </p:cNvSpPr>
          <p:nvPr/>
        </p:nvSpPr>
        <p:spPr>
          <a:xfrm xmlns:a="http://schemas.openxmlformats.org/drawingml/2006/main">
            <a:off x="428625" y="3886200"/>
            <a:ext cx="4191000" cy="457200"/>
          </a:xfrm>
          <a:prstGeom xmlns:a="http://schemas.openxmlformats.org/drawingml/2006/main" prst="rect">
            <a:avLst/>
          </a:prstGeom>
          <a:solidFill xmlns:a="http://schemas.openxmlformats.org/drawingml/2006/main">
            <a:srgbClr val="FFF4D6"/>
          </a:solidFill>
          <a:ln xmlns:a="http://schemas.openxmlformats.org/drawingml/2006/main" w="9525">
            <a:solidFill>
              <a:srgbClr val="E4CC8D"/>
            </a:solidFill>
          </a:ln>
        </p:spPr>
      </p:sp>
      <p:sp>
        <p:nvSpPr>
          <p:cNvPr id="17430" name="">
            <a:extLst xmlns:a="http://schemas.openxmlformats.org/drawingml/2006/main">
              <a:ext uri="{FF2B5EF4-FFF2-40B4-BE49-F238E27FC236}">
                <a16:creationId xmlns:a16="http://schemas.microsoft.com/office/drawing/2014/main" id="{6F3DF7BC-FB7F-4064-8A25-7B5725E08383}"/>
              </a:ext>
            </a:extLst>
          </p:cNvPr>
          <p:cNvSpPr>
            <a:spLocks xmlns:a="http://schemas.openxmlformats.org/drawingml/2006/main" noGrp="1"/>
          </p:cNvSpPr>
          <p:nvPr/>
        </p:nvSpPr>
        <p:spPr>
          <a:xfrm xmlns:a="http://schemas.openxmlformats.org/drawingml/2006/main">
            <a:off x="5219700" y="3886200"/>
            <a:ext cx="6534150" cy="457200"/>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31" name="">
            <a:extLst xmlns:a="http://schemas.openxmlformats.org/drawingml/2006/main">
              <a:ext uri="{FF2B5EF4-FFF2-40B4-BE49-F238E27FC236}">
                <a16:creationId xmlns:a16="http://schemas.microsoft.com/office/drawing/2014/main" id="{E0535605-B647-4624-BF37-0E5E0E383E95}"/>
              </a:ext>
            </a:extLst>
          </p:cNvPr>
          <p:cNvSpPr>
            <a:spLocks xmlns:a="http://schemas.openxmlformats.org/drawingml/2006/main" noGrp="1"/>
          </p:cNvSpPr>
          <p:nvPr/>
        </p:nvSpPr>
        <p:spPr>
          <a:xfrm xmlns:a="http://schemas.openxmlformats.org/drawingml/2006/main">
            <a:off x="561975" y="3981450"/>
            <a:ext cx="3952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2A3A"/>
                </a:solidFill>
                <a:latin typeface="Arial"/>
                <a:ea typeface="Arial"/>
                <a:cs typeface="Arial"/>
              </a:defRPr>
            </a:pPr>
            <a:r>
              <a:rPr sz="1725" b="1">
                <a:solidFill>
                  <a:srgbClr val="182A3A"/>
                </a:solidFill>
                <a:latin typeface="Arial"/>
                <a:ea typeface="Arial"/>
                <a:cs typeface="Arial"/>
              </a:rPr>
              <a:t>Page changes after capture</a:t>
            </a:r>
          </a:p>
        </p:txBody>
      </p:sp>
      <p:sp>
        <p:nvSpPr>
          <p:cNvPr id="17432" name="">
            <a:extLst xmlns:a="http://schemas.openxmlformats.org/drawingml/2006/main">
              <a:ext uri="{FF2B5EF4-FFF2-40B4-BE49-F238E27FC236}">
                <a16:creationId xmlns:a16="http://schemas.microsoft.com/office/drawing/2014/main" id="{3E543377-D3FA-47AE-8608-5674DCDA10BE}"/>
              </a:ext>
            </a:extLst>
          </p:cNvPr>
          <p:cNvSpPr>
            <a:spLocks xmlns:a="http://schemas.openxmlformats.org/drawingml/2006/main" noGrp="1"/>
          </p:cNvSpPr>
          <p:nvPr/>
        </p:nvSpPr>
        <p:spPr>
          <a:xfrm xmlns:a="http://schemas.openxmlformats.org/drawingml/2006/main">
            <a:off x="5362575" y="3981450"/>
            <a:ext cx="6248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Rescan; bind proof to fresh document</a:t>
            </a:r>
          </a:p>
        </p:txBody>
      </p:sp>
      <p:sp>
        <p:nvSpPr>
          <p:cNvPr id="17434" name="">
            <a:extLst xmlns:a="http://schemas.openxmlformats.org/drawingml/2006/main">
              <a:ext uri="{FF2B5EF4-FFF2-40B4-BE49-F238E27FC236}">
                <a16:creationId xmlns:a16="http://schemas.microsoft.com/office/drawing/2014/main" id="{E3FCF265-37F9-4B81-B738-FAFC85099447}"/>
              </a:ext>
            </a:extLst>
          </p:cNvPr>
          <p:cNvSpPr>
            <a:spLocks xmlns:a="http://schemas.openxmlformats.org/drawingml/2006/main" noGrp="1"/>
          </p:cNvSpPr>
          <p:nvPr/>
        </p:nvSpPr>
        <p:spPr>
          <a:xfrm xmlns:a="http://schemas.openxmlformats.org/drawingml/2006/main">
            <a:off x="428625" y="4467225"/>
            <a:ext cx="4191000" cy="457200"/>
          </a:xfrm>
          <a:prstGeom xmlns:a="http://schemas.openxmlformats.org/drawingml/2006/main" prst="rect">
            <a:avLst/>
          </a:prstGeom>
          <a:solidFill xmlns:a="http://schemas.openxmlformats.org/drawingml/2006/main">
            <a:srgbClr val="FFF4D6"/>
          </a:solidFill>
          <a:ln xmlns:a="http://schemas.openxmlformats.org/drawingml/2006/main" w="9525">
            <a:solidFill>
              <a:srgbClr val="E4CC8D"/>
            </a:solidFill>
          </a:ln>
        </p:spPr>
      </p:sp>
      <p:sp>
        <p:nvSpPr>
          <p:cNvPr id="17435" name="">
            <a:extLst xmlns:a="http://schemas.openxmlformats.org/drawingml/2006/main">
              <a:ext uri="{FF2B5EF4-FFF2-40B4-BE49-F238E27FC236}">
                <a16:creationId xmlns:a16="http://schemas.microsoft.com/office/drawing/2014/main" id="{0358174E-DD82-4EDC-B3F3-A6287A8A80D5}"/>
              </a:ext>
            </a:extLst>
          </p:cNvPr>
          <p:cNvSpPr>
            <a:spLocks xmlns:a="http://schemas.openxmlformats.org/drawingml/2006/main" noGrp="1"/>
          </p:cNvSpPr>
          <p:nvPr/>
        </p:nvSpPr>
        <p:spPr>
          <a:xfrm xmlns:a="http://schemas.openxmlformats.org/drawingml/2006/main">
            <a:off x="5219700" y="4467225"/>
            <a:ext cx="6534150" cy="457200"/>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36" name="">
            <a:extLst xmlns:a="http://schemas.openxmlformats.org/drawingml/2006/main">
              <a:ext uri="{FF2B5EF4-FFF2-40B4-BE49-F238E27FC236}">
                <a16:creationId xmlns:a16="http://schemas.microsoft.com/office/drawing/2014/main" id="{CBA43970-F5DA-4A5D-9828-7E52C40BC486}"/>
              </a:ext>
            </a:extLst>
          </p:cNvPr>
          <p:cNvSpPr>
            <a:spLocks xmlns:a="http://schemas.openxmlformats.org/drawingml/2006/main" noGrp="1"/>
          </p:cNvSpPr>
          <p:nvPr/>
        </p:nvSpPr>
        <p:spPr>
          <a:xfrm xmlns:a="http://schemas.openxmlformats.org/drawingml/2006/main">
            <a:off x="561975" y="4562475"/>
            <a:ext cx="3952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2A3A"/>
                </a:solidFill>
                <a:latin typeface="Arial"/>
                <a:ea typeface="Arial"/>
                <a:cs typeface="Arial"/>
              </a:defRPr>
            </a:pPr>
            <a:r>
              <a:rPr sz="1725" b="1">
                <a:solidFill>
                  <a:srgbClr val="182A3A"/>
                </a:solidFill>
                <a:latin typeface="Arial"/>
                <a:ea typeface="Arial"/>
                <a:cs typeface="Arial"/>
              </a:rPr>
              <a:t>Uncertain visual privacy</a:t>
            </a:r>
          </a:p>
        </p:txBody>
      </p:sp>
      <p:sp>
        <p:nvSpPr>
          <p:cNvPr id="17437" name="">
            <a:extLst xmlns:a="http://schemas.openxmlformats.org/drawingml/2006/main">
              <a:ext uri="{FF2B5EF4-FFF2-40B4-BE49-F238E27FC236}">
                <a16:creationId xmlns:a16="http://schemas.microsoft.com/office/drawing/2014/main" id="{7A12466D-C62A-4F6A-A3F5-CFEFB992139C}"/>
              </a:ext>
            </a:extLst>
          </p:cNvPr>
          <p:cNvSpPr>
            <a:spLocks xmlns:a="http://schemas.openxmlformats.org/drawingml/2006/main" noGrp="1"/>
          </p:cNvSpPr>
          <p:nvPr/>
        </p:nvSpPr>
        <p:spPr>
          <a:xfrm xmlns:a="http://schemas.openxmlformats.org/drawingml/2006/main">
            <a:off x="5362575" y="4562475"/>
            <a:ext cx="6248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Omit image; never send unverified capture</a:t>
            </a:r>
          </a:p>
        </p:txBody>
      </p:sp>
      <p:sp>
        <p:nvSpPr>
          <p:cNvPr id="17439" name="">
            <a:extLst xmlns:a="http://schemas.openxmlformats.org/drawingml/2006/main">
              <a:ext uri="{FF2B5EF4-FFF2-40B4-BE49-F238E27FC236}">
                <a16:creationId xmlns:a16="http://schemas.microsoft.com/office/drawing/2014/main" id="{5519BA12-3CE7-4283-B302-68F911305AEC}"/>
              </a:ext>
            </a:extLst>
          </p:cNvPr>
          <p:cNvSpPr>
            <a:spLocks xmlns:a="http://schemas.openxmlformats.org/drawingml/2006/main" noGrp="1"/>
          </p:cNvSpPr>
          <p:nvPr/>
        </p:nvSpPr>
        <p:spPr>
          <a:xfrm xmlns:a="http://schemas.openxmlformats.org/drawingml/2006/main">
            <a:off x="428625" y="5048250"/>
            <a:ext cx="4191000" cy="457200"/>
          </a:xfrm>
          <a:prstGeom xmlns:a="http://schemas.openxmlformats.org/drawingml/2006/main" prst="rect">
            <a:avLst/>
          </a:prstGeom>
          <a:solidFill xmlns:a="http://schemas.openxmlformats.org/drawingml/2006/main">
            <a:srgbClr val="FFF4D6"/>
          </a:solidFill>
          <a:ln xmlns:a="http://schemas.openxmlformats.org/drawingml/2006/main" w="9525">
            <a:solidFill>
              <a:srgbClr val="E4CC8D"/>
            </a:solidFill>
          </a:ln>
        </p:spPr>
      </p:sp>
      <p:sp>
        <p:nvSpPr>
          <p:cNvPr id="17440" name="">
            <a:extLst xmlns:a="http://schemas.openxmlformats.org/drawingml/2006/main">
              <a:ext uri="{FF2B5EF4-FFF2-40B4-BE49-F238E27FC236}">
                <a16:creationId xmlns:a16="http://schemas.microsoft.com/office/drawing/2014/main" id="{66B3F5D5-EA55-4376-BB01-54F89C6CF1B5}"/>
              </a:ext>
            </a:extLst>
          </p:cNvPr>
          <p:cNvSpPr>
            <a:spLocks xmlns:a="http://schemas.openxmlformats.org/drawingml/2006/main" noGrp="1"/>
          </p:cNvSpPr>
          <p:nvPr/>
        </p:nvSpPr>
        <p:spPr>
          <a:xfrm xmlns:a="http://schemas.openxmlformats.org/drawingml/2006/main">
            <a:off x="5219700" y="5048250"/>
            <a:ext cx="6534150" cy="457200"/>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41" name="">
            <a:extLst xmlns:a="http://schemas.openxmlformats.org/drawingml/2006/main">
              <a:ext uri="{FF2B5EF4-FFF2-40B4-BE49-F238E27FC236}">
                <a16:creationId xmlns:a16="http://schemas.microsoft.com/office/drawing/2014/main" id="{5C732B10-C4E6-4A36-99A6-5C35D0993E1C}"/>
              </a:ext>
            </a:extLst>
          </p:cNvPr>
          <p:cNvSpPr>
            <a:spLocks xmlns:a="http://schemas.openxmlformats.org/drawingml/2006/main" noGrp="1"/>
          </p:cNvSpPr>
          <p:nvPr/>
        </p:nvSpPr>
        <p:spPr>
          <a:xfrm xmlns:a="http://schemas.openxmlformats.org/drawingml/2006/main">
            <a:off x="561975" y="5143500"/>
            <a:ext cx="3952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82A3A"/>
                </a:solidFill>
                <a:latin typeface="Arial"/>
                <a:ea typeface="Arial"/>
                <a:cs typeface="Arial"/>
              </a:defRPr>
            </a:pPr>
            <a:r>
              <a:rPr sz="1725" b="1">
                <a:solidFill>
                  <a:srgbClr val="182A3A"/>
                </a:solidFill>
                <a:latin typeface="Arial"/>
                <a:ea typeface="Arial"/>
                <a:cs typeface="Arial"/>
              </a:rPr>
              <a:t>Credentials / CAPTCHA / gated entry</a:t>
            </a:r>
          </a:p>
        </p:txBody>
      </p:sp>
      <p:sp>
        <p:nvSpPr>
          <p:cNvPr id="17442" name="">
            <a:extLst xmlns:a="http://schemas.openxmlformats.org/drawingml/2006/main">
              <a:ext uri="{FF2B5EF4-FFF2-40B4-BE49-F238E27FC236}">
                <a16:creationId xmlns:a16="http://schemas.microsoft.com/office/drawing/2014/main" id="{190E041A-0DF6-4C57-9FF2-21858533F048}"/>
              </a:ext>
            </a:extLst>
          </p:cNvPr>
          <p:cNvSpPr>
            <a:spLocks xmlns:a="http://schemas.openxmlformats.org/drawingml/2006/main" noGrp="1"/>
          </p:cNvSpPr>
          <p:nvPr/>
        </p:nvSpPr>
        <p:spPr>
          <a:xfrm xmlns:a="http://schemas.openxmlformats.org/drawingml/2006/main">
            <a:off x="5362575" y="5143500"/>
            <a:ext cx="6248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Block protected input; request human direction</a:t>
            </a:r>
          </a:p>
        </p:txBody>
      </p:sp>
      <p:sp>
        <p:nvSpPr>
          <p:cNvPr id="17444" name="">
            <a:extLst xmlns:a="http://schemas.openxmlformats.org/drawingml/2006/main">
              <a:ext uri="{FF2B5EF4-FFF2-40B4-BE49-F238E27FC236}">
                <a16:creationId xmlns:a16="http://schemas.microsoft.com/office/drawing/2014/main" id="{6275B67A-6D3F-4630-81FC-B1FAE5EC0E9E}"/>
              </a:ext>
            </a:extLst>
          </p:cNvPr>
          <p:cNvSpPr>
            <a:spLocks xmlns:a="http://schemas.openxmlformats.org/drawingml/2006/main" noGrp="1"/>
          </p:cNvSpPr>
          <p:nvPr/>
        </p:nvSpPr>
        <p:spPr>
          <a:xfrm xmlns:a="http://schemas.openxmlformats.org/drawingml/2006/main">
            <a:off x="428625" y="5810250"/>
            <a:ext cx="11344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85C6C"/>
                </a:solidFill>
                <a:latin typeface="Arial"/>
                <a:ea typeface="Arial"/>
                <a:cs typeface="Arial"/>
              </a:defRPr>
            </a:pPr>
            <a:r>
              <a:rPr sz="1575" b="1">
                <a:solidFill>
                  <a:srgbClr val="485C6C"/>
                </a:solidFill>
                <a:latin typeface="Arial"/>
                <a:ea typeface="Arial"/>
                <a:cs typeface="Arial"/>
              </a:rPr>
              <a:t>Partial: general visual grounding. Future validation: PII accuracy, CPU / RAM / latency, wider sites, Firefox.</a:t>
            </a:r>
          </a:p>
        </p:txBody>
      </p:sp>
      <p:pic>
        <p:nvPicPr>
          <p:cNvPr id="17484" name=""/>
          <p:cNvPicPr>
            <a:picLocks xmlns:a="http://schemas.openxmlformats.org/drawingml/2006/main" noChangeAspect="1"/>
          </p:cNvPicPr>
          <p:nvPr/>
        </p:nvPicPr>
        <p:blipFill>
          <a:blip xmlns:r="http://schemas.openxmlformats.org/officeDocument/2006/relationships" xmlns:a="http://schemas.openxmlformats.org/drawingml/2006/main" r:embed="R9d14537675c54189"/>
          <a:stretch xmlns:a="http://schemas.openxmlformats.org/drawingml/2006/main"/>
        </p:blipFill>
        <p:spPr>
          <a:xfrm xmlns:a="http://schemas.openxmlformats.org/drawingml/2006/main">
            <a:off x="9780080" y="1524"/>
            <a:ext cx="2249805" cy="1062323"/>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7444" name=""/>
          <p:cNvCxnSpPr>
            <a:stCxn xmlns:a="http://schemas.openxmlformats.org/drawingml/2006/main" id="17435" idx="3"/>
            <a:endCxn xmlns:a="http://schemas.openxmlformats.org/drawingml/2006/main" id="17437" idx="1"/>
          </p:cNvCxnSpPr>
          <p:nvPr/>
        </p:nvCxnSpPr>
        <p:spPr>
          <a:xfrm xmlns:a="http://schemas.openxmlformats.org/drawingml/2006/main">
            <a:off x="7743825" y="4652963"/>
            <a:ext cx="781050"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45" name=""/>
          <p:cNvCxnSpPr>
            <a:stCxn xmlns:a="http://schemas.openxmlformats.org/drawingml/2006/main" id="17428" idx="3"/>
            <a:endCxn xmlns:a="http://schemas.openxmlformats.org/drawingml/2006/main" id="17430" idx="1"/>
          </p:cNvCxnSpPr>
          <p:nvPr/>
        </p:nvCxnSpPr>
        <p:spPr>
          <a:xfrm xmlns:a="http://schemas.openxmlformats.org/drawingml/2006/main">
            <a:off x="7743825" y="3700463"/>
            <a:ext cx="781050" cy="0"/>
          </a:xfrm>
          <a:prstGeom xmlns:a="http://schemas.openxmlformats.org/drawingml/2006/main" prst="straightConnector1">
            <a:avLst/>
          </a:prstGeom>
          <a:ln xmlns:a="http://schemas.openxmlformats.org/drawingml/2006/main" w="21908">
            <a:solidFill>
              <a:srgbClr val="0070C0"/>
            </a:solidFill>
            <a:tailEnd type="triangle" w="med" len="med"/>
          </a:ln>
        </p:spPr>
      </p:cxnSp>
      <p:cxnSp>
        <p:nvCxnSpPr>
          <p:cNvPr id="17446" name=""/>
          <p:cNvCxnSpPr>
            <a:stCxn xmlns:a="http://schemas.openxmlformats.org/drawingml/2006/main" id="17421" idx="3"/>
            <a:endCxn xmlns:a="http://schemas.openxmlformats.org/drawingml/2006/main" id="17423" idx="1"/>
          </p:cNvCxnSpPr>
          <p:nvPr/>
        </p:nvCxnSpPr>
        <p:spPr>
          <a:xfrm xmlns:a="http://schemas.openxmlformats.org/drawingml/2006/main">
            <a:off x="7743825" y="2747963"/>
            <a:ext cx="781050" cy="0"/>
          </a:xfrm>
          <a:prstGeom xmlns:a="http://schemas.openxmlformats.org/drawingml/2006/main" prst="straightConnector1">
            <a:avLst/>
          </a:prstGeom>
          <a:ln xmlns:a="http://schemas.openxmlformats.org/drawingml/2006/main" w="21908">
            <a:solidFill>
              <a:srgbClr val="0070C0"/>
            </a:solidFill>
            <a:tailEnd type="triangle" w="med" len="med"/>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A90E3E5-674C-4FD3-BA9A-FBA512B6C919}"/>
              </a:ext>
            </a:extLst>
          </p:cNvPr>
          <p:cNvSpPr>
            <a:spLocks xmlns:a="http://schemas.openxmlformats.org/drawingml/2006/main" noGrp="1"/>
          </p:cNvSpPr>
          <p:nvPr>
            <p:ph type="title" idx="0"/>
          </p:nvPr>
        </p:nvSpPr>
        <p:spPr>
          <a:xfrm xmlns:a="http://schemas.openxmlformats.org/drawingml/2006/main">
            <a:off x="1685925" y="276225"/>
            <a:ext cx="8001000" cy="762000"/>
          </a:xfrm>
        </p:spPr>
        <p:txBody>
          <a:bodyPr xmlns:a="http://schemas.openxmlformats.org/drawingml/2006/main" lIns="0" tIns="0" rIns="0" bIns="0" anchor="ctr"/>
          <a:lstStyle xmlns:a="http://schemas.openxmlformats.org/drawingml/2006/main"/>
          <a:p xmlns:a="http://schemas.openxmlformats.org/drawingml/2006/main">
            <a:pPr algn="ctr">
              <a:buNone/>
              <a:defRPr sz="3375" b="1">
                <a:solidFill>
                  <a:srgbClr val="000000"/>
                </a:solidFill>
                <a:latin typeface="Times New Roman"/>
                <a:ea typeface="Times New Roman"/>
                <a:cs typeface="Times New Roman"/>
              </a:defRPr>
            </a:pPr>
            <a:r>
              <a:rPr sz="3375"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323E9B5A-4A8D-4701-9578-1478F8E900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strike="noStrike" cap="none" spc="0" baseline="0">
                <a:ln>
                  <a:noFill/>
                </a:ln>
                <a:solidFill>
                  <a:prstClr val="white"/>
                </a:solidFill>
                <a:latin typeface="TradeGothic"/>
                <a:ea typeface="TradeGothic"/>
                <a:cs typeface="TradeGothic"/>
              </a:rPr>
              <a:t>5</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DE2972A-2545-48A0-85A7-E9614E48E9D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strike="noStrike" cap="none" spc="0" baseline="0">
                <a:ln>
                  <a:noFill/>
                </a:ln>
                <a:solidFill>
                  <a:prstClr val="white"/>
                </a:solidFill>
                <a:latin typeface="TradeGothic"/>
                <a:ea typeface="TradeGothic"/>
                <a:cs typeface="TradeGothic"/>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650">
                <a:solidFill>
                  <a:srgbClr val="000000"/>
                </a:solidFill>
                <a:latin typeface="Calibri"/>
                <a:ea typeface="Calibri"/>
                <a:cs typeface="Calibri"/>
              </a:defRPr>
            </a:pPr>
            <a:r>
              <a:rPr sz="1650">
                <a:solidFill>
                  <a:srgbClr val="000000"/>
                </a:solidFill>
                <a:latin typeface="Calibri"/>
                <a:ea typeface="Calibri"/>
                <a:cs typeface="Calibri"/>
              </a:rPr>
              <a:t>Byte Hogs</a:t>
            </a:r>
            <a:endParaRPr/>
          </a:p>
        </p:txBody>
      </p:sp>
      <p:sp>
        <p:nvSpPr>
          <p:cNvPr id="17412" name="">
            <a:extLst xmlns:a="http://schemas.openxmlformats.org/drawingml/2006/main">
              <a:ext uri="{FF2B5EF4-FFF2-40B4-BE49-F238E27FC236}">
                <a16:creationId xmlns:a16="http://schemas.microsoft.com/office/drawing/2014/main" id="{11CD5535-FFCC-4461-AE93-F4BC32D15358}"/>
              </a:ext>
            </a:extLst>
          </p:cNvPr>
          <p:cNvSpPr>
            <a:spLocks xmlns:a="http://schemas.openxmlformats.org/drawingml/2006/main" noGrp="1"/>
          </p:cNvSpPr>
          <p:nvPr/>
        </p:nvSpPr>
        <p:spPr>
          <a:xfrm xmlns:a="http://schemas.openxmlformats.org/drawingml/2006/main">
            <a:off x="419100" y="6410325"/>
            <a:ext cx="342900" cy="3429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pic>
        <p:nvPicPr>
          <p:cNvPr id="17453" name=""/>
          <p:cNvPicPr>
            <a:picLocks xmlns:a="http://schemas.openxmlformats.org/drawingml/2006/main" noChangeAspect="1"/>
          </p:cNvPicPr>
          <p:nvPr/>
        </p:nvPicPr>
        <p:blipFill>
          <a:blip xmlns:r="http://schemas.openxmlformats.org/officeDocument/2006/relationships" xmlns:a="http://schemas.openxmlformats.org/drawingml/2006/main" r:embed="Rd6e67e62293147ba"/>
          <a:stretch xmlns:a="http://schemas.openxmlformats.org/drawingml/2006/main"/>
        </p:blipFill>
        <p:spPr>
          <a:xfrm xmlns:a="http://schemas.openxmlformats.org/drawingml/2006/main">
            <a:off x="428625" y="6419850"/>
            <a:ext cx="323850" cy="323850"/>
          </a:xfrm>
          <a:prstGeom xmlns:a="http://schemas.openxmlformats.org/drawingml/2006/main" prst="rect">
            <a:avLst/>
          </a:prstGeom>
        </p:spPr>
      </p:pic>
      <p:sp>
        <p:nvSpPr>
          <p:cNvPr id="17414" name="">
            <a:extLst xmlns:a="http://schemas.openxmlformats.org/drawingml/2006/main">
              <a:ext uri="{FF2B5EF4-FFF2-40B4-BE49-F238E27FC236}">
                <a16:creationId xmlns:a16="http://schemas.microsoft.com/office/drawing/2014/main" id="{877BD9D9-D00E-4DF0-877E-F4E993209257}"/>
              </a:ext>
            </a:extLst>
          </p:cNvPr>
          <p:cNvSpPr>
            <a:spLocks xmlns:a="http://schemas.openxmlformats.org/drawingml/2006/main" noGrp="1"/>
          </p:cNvSpPr>
          <p:nvPr/>
        </p:nvSpPr>
        <p:spPr>
          <a:xfrm xmlns:a="http://schemas.openxmlformats.org/drawingml/2006/main">
            <a:off x="828675" y="64865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CAPTAIN</a:t>
            </a:r>
          </a:p>
        </p:txBody>
      </p:sp>
      <p:sp>
        <p:nvSpPr>
          <p:cNvPr id="17415" name="">
            <a:extLst xmlns:a="http://schemas.openxmlformats.org/drawingml/2006/main">
              <a:ext uri="{FF2B5EF4-FFF2-40B4-BE49-F238E27FC236}">
                <a16:creationId xmlns:a16="http://schemas.microsoft.com/office/drawing/2014/main" id="{38A63070-BF5E-48DD-B371-A007B8495727}"/>
              </a:ext>
            </a:extLst>
          </p:cNvPr>
          <p:cNvSpPr>
            <a:spLocks xmlns:a="http://schemas.openxmlformats.org/drawingml/2006/main" noGrp="1"/>
          </p:cNvSpPr>
          <p:nvPr/>
        </p:nvSpPr>
        <p:spPr>
          <a:xfrm xmlns:a="http://schemas.openxmlformats.org/drawingml/2006/main">
            <a:off x="428625" y="125730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value for ISRO research-portal workflows</a:t>
            </a:r>
          </a:p>
        </p:txBody>
      </p:sp>
      <p:sp>
        <p:nvSpPr>
          <p:cNvPr id="17416" name="">
            <a:extLst xmlns:a="http://schemas.openxmlformats.org/drawingml/2006/main">
              <a:ext uri="{FF2B5EF4-FFF2-40B4-BE49-F238E27FC236}">
                <a16:creationId xmlns:a16="http://schemas.microsoft.com/office/drawing/2014/main" id="{6784F892-FEBD-4F51-9C1C-0A85D0041440}"/>
              </a:ext>
            </a:extLst>
          </p:cNvPr>
          <p:cNvSpPr>
            <a:spLocks xmlns:a="http://schemas.openxmlformats.org/drawingml/2006/main" noGrp="1"/>
          </p:cNvSpPr>
          <p:nvPr/>
        </p:nvSpPr>
        <p:spPr>
          <a:xfrm xmlns:a="http://schemas.openxmlformats.org/drawingml/2006/main">
            <a:off x="428625" y="1876425"/>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Scientist workflow</a:t>
            </a:r>
          </a:p>
        </p:txBody>
      </p:sp>
      <p:sp>
        <p:nvSpPr>
          <p:cNvPr id="17417" name="">
            <a:extLst xmlns:a="http://schemas.openxmlformats.org/drawingml/2006/main">
              <a:ext uri="{FF2B5EF4-FFF2-40B4-BE49-F238E27FC236}">
                <a16:creationId xmlns:a16="http://schemas.microsoft.com/office/drawing/2014/main" id="{BB525552-8E12-4F96-BEFE-79217AC586AD}"/>
              </a:ext>
            </a:extLst>
          </p:cNvPr>
          <p:cNvSpPr>
            <a:spLocks xmlns:a="http://schemas.openxmlformats.org/drawingml/2006/main" noGrp="1"/>
          </p:cNvSpPr>
          <p:nvPr/>
        </p:nvSpPr>
        <p:spPr>
          <a:xfrm xmlns:a="http://schemas.openxmlformats.org/drawingml/2006/main">
            <a:off x="4333875" y="18764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CAPTAIN mechanism</a:t>
            </a:r>
          </a:p>
        </p:txBody>
      </p:sp>
      <p:sp>
        <p:nvSpPr>
          <p:cNvPr id="17418" name="">
            <a:extLst xmlns:a="http://schemas.openxmlformats.org/drawingml/2006/main">
              <a:ext uri="{FF2B5EF4-FFF2-40B4-BE49-F238E27FC236}">
                <a16:creationId xmlns:a16="http://schemas.microsoft.com/office/drawing/2014/main" id="{F8453540-92D6-46A2-BCB3-4EBE47D946ED}"/>
              </a:ext>
            </a:extLst>
          </p:cNvPr>
          <p:cNvSpPr>
            <a:spLocks xmlns:a="http://schemas.openxmlformats.org/drawingml/2006/main" noGrp="1"/>
          </p:cNvSpPr>
          <p:nvPr/>
        </p:nvSpPr>
        <p:spPr>
          <a:xfrm xmlns:a="http://schemas.openxmlformats.org/drawingml/2006/main">
            <a:off x="8553450" y="1876425"/>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Practical benefit</a:t>
            </a:r>
          </a:p>
        </p:txBody>
      </p:sp>
      <p:pic>
        <p:nvPicPr>
          <p:cNvPr id="17459" name=""/>
          <p:cNvPicPr>
            <a:picLocks xmlns:a="http://schemas.openxmlformats.org/drawingml/2006/main" noChangeAspect="1"/>
          </p:cNvPicPr>
          <p:nvPr/>
        </p:nvPicPr>
        <p:blipFill>
          <a:blip xmlns:r="http://schemas.openxmlformats.org/officeDocument/2006/relationships" xmlns:a="http://schemas.openxmlformats.org/drawingml/2006/main" r:embed="R8bc50db8d85d4857"/>
          <a:stretch xmlns:a="http://schemas.openxmlformats.org/drawingml/2006/main"/>
        </p:blipFill>
        <p:spPr>
          <a:xfrm xmlns:a="http://schemas.openxmlformats.org/drawingml/2006/main">
            <a:off x="447675" y="2543175"/>
            <a:ext cx="342900" cy="342900"/>
          </a:xfrm>
          <a:prstGeom xmlns:a="http://schemas.openxmlformats.org/drawingml/2006/main" prst="rect">
            <a:avLst/>
          </a:prstGeom>
        </p:spPr>
      </p:pic>
      <p:sp>
        <p:nvSpPr>
          <p:cNvPr id="17420" name="">
            <a:extLst xmlns:a="http://schemas.openxmlformats.org/drawingml/2006/main">
              <a:ext uri="{FF2B5EF4-FFF2-40B4-BE49-F238E27FC236}">
                <a16:creationId xmlns:a16="http://schemas.microsoft.com/office/drawing/2014/main" id="{EEEBBF5A-0F37-4345-8880-B1455AC7C2F0}"/>
              </a:ext>
            </a:extLst>
          </p:cNvPr>
          <p:cNvSpPr>
            <a:spLocks xmlns:a="http://schemas.openxmlformats.org/drawingml/2006/main" noGrp="1"/>
          </p:cNvSpPr>
          <p:nvPr/>
        </p:nvSpPr>
        <p:spPr>
          <a:xfrm xmlns:a="http://schemas.openxmlformats.org/drawingml/2006/main">
            <a:off x="962025" y="2514600"/>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2A3A"/>
                </a:solidFill>
                <a:latin typeface="Arial"/>
                <a:ea typeface="Arial"/>
                <a:cs typeface="Arial"/>
              </a:defRPr>
            </a:pPr>
            <a:r>
              <a:rPr sz="1800" b="1">
                <a:solidFill>
                  <a:srgbClr val="182A3A"/>
                </a:solidFill>
                <a:latin typeface="Arial"/>
                <a:ea typeface="Arial"/>
                <a:cs typeface="Arial"/>
              </a:rPr>
              <a:t>Repeated public-portal visits</a:t>
            </a:r>
          </a:p>
        </p:txBody>
      </p:sp>
      <p:sp>
        <p:nvSpPr>
          <p:cNvPr id="17421" name="">
            <a:extLst xmlns:a="http://schemas.openxmlformats.org/drawingml/2006/main">
              <a:ext uri="{FF2B5EF4-FFF2-40B4-BE49-F238E27FC236}">
                <a16:creationId xmlns:a16="http://schemas.microsoft.com/office/drawing/2014/main" id="{1B7EB9A4-4DBE-4D03-99F9-6F2D846AB1B0}"/>
              </a:ext>
            </a:extLst>
          </p:cNvPr>
          <p:cNvSpPr>
            <a:spLocks xmlns:a="http://schemas.openxmlformats.org/drawingml/2006/main" noGrp="1"/>
          </p:cNvSpPr>
          <p:nvPr/>
        </p:nvSpPr>
        <p:spPr>
          <a:xfrm xmlns:a="http://schemas.openxmlformats.org/drawingml/2006/main">
            <a:off x="4257675" y="2352675"/>
            <a:ext cx="3486150" cy="790575"/>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22" name="">
            <a:extLst xmlns:a="http://schemas.openxmlformats.org/drawingml/2006/main">
              <a:ext uri="{FF2B5EF4-FFF2-40B4-BE49-F238E27FC236}">
                <a16:creationId xmlns:a16="http://schemas.microsoft.com/office/drawing/2014/main" id="{473016FE-18C6-4A35-ABF8-6B549C7A5315}"/>
              </a:ext>
            </a:extLst>
          </p:cNvPr>
          <p:cNvSpPr>
            <a:spLocks xmlns:a="http://schemas.openxmlformats.org/drawingml/2006/main" noGrp="1"/>
          </p:cNvSpPr>
          <p:nvPr/>
        </p:nvSpPr>
        <p:spPr>
          <a:xfrm xmlns:a="http://schemas.openxmlformats.org/drawingml/2006/main">
            <a:off x="4400550" y="2476500"/>
            <a:ext cx="321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Typed destination</a:t>
            </a:r>
          </a:p>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Validated navigation</a:t>
            </a:r>
          </a:p>
        </p:txBody>
      </p:sp>
      <p:sp>
        <p:nvSpPr>
          <p:cNvPr id="17423" name="">
            <a:extLst xmlns:a="http://schemas.openxmlformats.org/drawingml/2006/main">
              <a:ext uri="{FF2B5EF4-FFF2-40B4-BE49-F238E27FC236}">
                <a16:creationId xmlns:a16="http://schemas.microsoft.com/office/drawing/2014/main" id="{CA00C455-AC81-44FC-8E0A-1BDFFFB410AB}"/>
              </a:ext>
            </a:extLst>
          </p:cNvPr>
          <p:cNvSpPr>
            <a:spLocks xmlns:a="http://schemas.openxmlformats.org/drawingml/2006/main" noGrp="1"/>
          </p:cNvSpPr>
          <p:nvPr/>
        </p:nvSpPr>
        <p:spPr>
          <a:xfrm xmlns:a="http://schemas.openxmlformats.org/drawingml/2006/main">
            <a:off x="8524875" y="2352675"/>
            <a:ext cx="3219450" cy="790575"/>
          </a:xfrm>
          <a:prstGeom xmlns:a="http://schemas.openxmlformats.org/drawingml/2006/main" prst="rect">
            <a:avLst/>
          </a:prstGeom>
          <a:solidFill xmlns:a="http://schemas.openxmlformats.org/drawingml/2006/main">
            <a:srgbClr val="EDF7F4"/>
          </a:solidFill>
          <a:ln xmlns:a="http://schemas.openxmlformats.org/drawingml/2006/main" w="9525">
            <a:solidFill>
              <a:srgbClr val="8AB7AA"/>
            </a:solidFill>
          </a:ln>
        </p:spPr>
      </p:sp>
      <p:sp>
        <p:nvSpPr>
          <p:cNvPr id="17424" name="">
            <a:extLst xmlns:a="http://schemas.openxmlformats.org/drawingml/2006/main">
              <a:ext uri="{FF2B5EF4-FFF2-40B4-BE49-F238E27FC236}">
                <a16:creationId xmlns:a16="http://schemas.microsoft.com/office/drawing/2014/main" id="{D87EDFCA-A902-4B9D-B16F-3FFA9C7B93C7}"/>
              </a:ext>
            </a:extLst>
          </p:cNvPr>
          <p:cNvSpPr>
            <a:spLocks xmlns:a="http://schemas.openxmlformats.org/drawingml/2006/main" noGrp="1"/>
          </p:cNvSpPr>
          <p:nvPr/>
        </p:nvSpPr>
        <p:spPr>
          <a:xfrm xmlns:a="http://schemas.openxmlformats.org/drawingml/2006/main">
            <a:off x="8677275" y="2476500"/>
            <a:ext cx="2933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6C5A"/>
                </a:solidFill>
                <a:latin typeface="Arial"/>
                <a:ea typeface="Arial"/>
                <a:cs typeface="Arial"/>
              </a:defRPr>
            </a:pPr>
            <a:r>
              <a:rPr sz="1725" b="1">
                <a:solidFill>
                  <a:srgbClr val="176C5A"/>
                </a:solidFill>
                <a:latin typeface="Arial"/>
                <a:ea typeface="Arial"/>
                <a:cs typeface="Arial"/>
              </a:rPr>
              <a:t>Repeatable access</a:t>
            </a:r>
          </a:p>
          <a:p xmlns:a="http://schemas.openxmlformats.org/drawingml/2006/main">
            <a:pPr algn="l">
              <a:defRPr sz="1725" b="1">
                <a:solidFill>
                  <a:srgbClr val="176C5A"/>
                </a:solidFill>
                <a:latin typeface="Arial"/>
                <a:ea typeface="Arial"/>
                <a:cs typeface="Arial"/>
              </a:defRPr>
            </a:pPr>
            <a:r>
              <a:rPr sz="1725" b="1">
                <a:solidFill>
                  <a:srgbClr val="176C5A"/>
                </a:solidFill>
                <a:latin typeface="Arial"/>
                <a:ea typeface="Arial"/>
                <a:cs typeface="Arial"/>
              </a:rPr>
              <a:t>to research portals</a:t>
            </a:r>
          </a:p>
        </p:txBody>
      </p:sp>
      <p:pic>
        <p:nvPicPr>
          <p:cNvPr id="17465" name=""/>
          <p:cNvPicPr>
            <a:picLocks xmlns:a="http://schemas.openxmlformats.org/drawingml/2006/main" noChangeAspect="1"/>
          </p:cNvPicPr>
          <p:nvPr/>
        </p:nvPicPr>
        <p:blipFill>
          <a:blip xmlns:r="http://schemas.openxmlformats.org/officeDocument/2006/relationships" xmlns:a="http://schemas.openxmlformats.org/drawingml/2006/main" r:embed="R93898ab4a564462c"/>
          <a:stretch xmlns:a="http://schemas.openxmlformats.org/drawingml/2006/main"/>
        </p:blipFill>
        <p:spPr>
          <a:xfrm xmlns:a="http://schemas.openxmlformats.org/drawingml/2006/main">
            <a:off x="447675" y="3495675"/>
            <a:ext cx="342900" cy="342900"/>
          </a:xfrm>
          <a:prstGeom xmlns:a="http://schemas.openxmlformats.org/drawingml/2006/main" prst="rect">
            <a:avLst/>
          </a:prstGeom>
        </p:spPr>
      </p:pic>
      <p:sp>
        <p:nvSpPr>
          <p:cNvPr id="17427" name="">
            <a:extLst xmlns:a="http://schemas.openxmlformats.org/drawingml/2006/main">
              <a:ext uri="{FF2B5EF4-FFF2-40B4-BE49-F238E27FC236}">
                <a16:creationId xmlns:a16="http://schemas.microsoft.com/office/drawing/2014/main" id="{DCDB9FA5-7F5C-4069-A4C6-8380F04DBFD1}"/>
              </a:ext>
            </a:extLst>
          </p:cNvPr>
          <p:cNvSpPr>
            <a:spLocks xmlns:a="http://schemas.openxmlformats.org/drawingml/2006/main" noGrp="1"/>
          </p:cNvSpPr>
          <p:nvPr/>
        </p:nvSpPr>
        <p:spPr>
          <a:xfrm xmlns:a="http://schemas.openxmlformats.org/drawingml/2006/main">
            <a:off x="962025" y="3467100"/>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2A3A"/>
                </a:solidFill>
                <a:latin typeface="Arial"/>
                <a:ea typeface="Arial"/>
                <a:cs typeface="Arial"/>
              </a:defRPr>
            </a:pPr>
            <a:r>
              <a:rPr sz="1800" b="1">
                <a:solidFill>
                  <a:srgbClr val="182A3A"/>
                </a:solidFill>
                <a:latin typeface="Arial"/>
                <a:ea typeface="Arial"/>
                <a:cs typeface="Arial"/>
              </a:rPr>
              <a:t>Account / identity fields</a:t>
            </a:r>
          </a:p>
        </p:txBody>
      </p:sp>
      <p:sp>
        <p:nvSpPr>
          <p:cNvPr id="17428" name="">
            <a:extLst xmlns:a="http://schemas.openxmlformats.org/drawingml/2006/main">
              <a:ext uri="{FF2B5EF4-FFF2-40B4-BE49-F238E27FC236}">
                <a16:creationId xmlns:a16="http://schemas.microsoft.com/office/drawing/2014/main" id="{91CBF981-2776-425B-95CC-84A3E9EC688E}"/>
              </a:ext>
            </a:extLst>
          </p:cNvPr>
          <p:cNvSpPr>
            <a:spLocks xmlns:a="http://schemas.openxmlformats.org/drawingml/2006/main" noGrp="1"/>
          </p:cNvSpPr>
          <p:nvPr/>
        </p:nvSpPr>
        <p:spPr>
          <a:xfrm xmlns:a="http://schemas.openxmlformats.org/drawingml/2006/main">
            <a:off x="4257675" y="3305175"/>
            <a:ext cx="3486150" cy="790575"/>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29" name="">
            <a:extLst xmlns:a="http://schemas.openxmlformats.org/drawingml/2006/main">
              <a:ext uri="{FF2B5EF4-FFF2-40B4-BE49-F238E27FC236}">
                <a16:creationId xmlns:a16="http://schemas.microsoft.com/office/drawing/2014/main" id="{B4E630EB-864E-4310-8177-5B43E52F5C2B}"/>
              </a:ext>
            </a:extLst>
          </p:cNvPr>
          <p:cNvSpPr>
            <a:spLocks xmlns:a="http://schemas.openxmlformats.org/drawingml/2006/main" noGrp="1"/>
          </p:cNvSpPr>
          <p:nvPr/>
        </p:nvSpPr>
        <p:spPr>
          <a:xfrm xmlns:a="http://schemas.openxmlformats.org/drawingml/2006/main">
            <a:off x="4400550" y="3429000"/>
            <a:ext cx="321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Local detection + masks</a:t>
            </a:r>
          </a:p>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Withheld categories</a:t>
            </a:r>
          </a:p>
        </p:txBody>
      </p:sp>
      <p:sp>
        <p:nvSpPr>
          <p:cNvPr id="17430" name="">
            <a:extLst xmlns:a="http://schemas.openxmlformats.org/drawingml/2006/main">
              <a:ext uri="{FF2B5EF4-FFF2-40B4-BE49-F238E27FC236}">
                <a16:creationId xmlns:a16="http://schemas.microsoft.com/office/drawing/2014/main" id="{0ED47DE2-D996-475E-ADFB-6D65252EB813}"/>
              </a:ext>
            </a:extLst>
          </p:cNvPr>
          <p:cNvSpPr>
            <a:spLocks xmlns:a="http://schemas.openxmlformats.org/drawingml/2006/main" noGrp="1"/>
          </p:cNvSpPr>
          <p:nvPr/>
        </p:nvSpPr>
        <p:spPr>
          <a:xfrm xmlns:a="http://schemas.openxmlformats.org/drawingml/2006/main">
            <a:off x="8524875" y="3305175"/>
            <a:ext cx="3219450" cy="790575"/>
          </a:xfrm>
          <a:prstGeom xmlns:a="http://schemas.openxmlformats.org/drawingml/2006/main" prst="rect">
            <a:avLst/>
          </a:prstGeom>
          <a:solidFill xmlns:a="http://schemas.openxmlformats.org/drawingml/2006/main">
            <a:srgbClr val="EDF7F4"/>
          </a:solidFill>
          <a:ln xmlns:a="http://schemas.openxmlformats.org/drawingml/2006/main" w="9525">
            <a:solidFill>
              <a:srgbClr val="8AB7AA"/>
            </a:solidFill>
          </a:ln>
        </p:spPr>
      </p:sp>
      <p:sp>
        <p:nvSpPr>
          <p:cNvPr id="17431" name="">
            <a:extLst xmlns:a="http://schemas.openxmlformats.org/drawingml/2006/main">
              <a:ext uri="{FF2B5EF4-FFF2-40B4-BE49-F238E27FC236}">
                <a16:creationId xmlns:a16="http://schemas.microsoft.com/office/drawing/2014/main" id="{13EF9D86-D766-4BD0-9041-7BF903DBA20C}"/>
              </a:ext>
            </a:extLst>
          </p:cNvPr>
          <p:cNvSpPr>
            <a:spLocks xmlns:a="http://schemas.openxmlformats.org/drawingml/2006/main" noGrp="1"/>
          </p:cNvSpPr>
          <p:nvPr/>
        </p:nvSpPr>
        <p:spPr>
          <a:xfrm xmlns:a="http://schemas.openxmlformats.org/drawingml/2006/main">
            <a:off x="8677275" y="3429000"/>
            <a:ext cx="2933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6C5A"/>
                </a:solidFill>
                <a:latin typeface="Arial"/>
                <a:ea typeface="Arial"/>
                <a:cs typeface="Arial"/>
              </a:defRPr>
            </a:pPr>
            <a:r>
              <a:rPr sz="1725" b="1">
                <a:solidFill>
                  <a:srgbClr val="176C5A"/>
                </a:solidFill>
                <a:latin typeface="Arial"/>
                <a:ea typeface="Arial"/>
                <a:cs typeface="Arial"/>
              </a:rPr>
              <a:t>Less private context</a:t>
            </a:r>
          </a:p>
          <a:p xmlns:a="http://schemas.openxmlformats.org/drawingml/2006/main">
            <a:pPr algn="l">
              <a:defRPr sz="1725" b="1">
                <a:solidFill>
                  <a:srgbClr val="176C5A"/>
                </a:solidFill>
                <a:latin typeface="Arial"/>
                <a:ea typeface="Arial"/>
                <a:cs typeface="Arial"/>
              </a:defRPr>
            </a:pPr>
            <a:r>
              <a:rPr sz="1725" b="1">
                <a:solidFill>
                  <a:srgbClr val="176C5A"/>
                </a:solidFill>
                <a:latin typeface="Arial"/>
                <a:ea typeface="Arial"/>
                <a:cs typeface="Arial"/>
              </a:rPr>
              <a:t>exposed to planning</a:t>
            </a:r>
          </a:p>
        </p:txBody>
      </p:sp>
      <p:pic>
        <p:nvPicPr>
          <p:cNvPr id="17471" name=""/>
          <p:cNvPicPr>
            <a:picLocks xmlns:a="http://schemas.openxmlformats.org/drawingml/2006/main" noChangeAspect="1"/>
          </p:cNvPicPr>
          <p:nvPr/>
        </p:nvPicPr>
        <p:blipFill>
          <a:blip xmlns:r="http://schemas.openxmlformats.org/officeDocument/2006/relationships" xmlns:a="http://schemas.openxmlformats.org/drawingml/2006/main" r:embed="R604c7855efca4818"/>
          <a:stretch xmlns:a="http://schemas.openxmlformats.org/drawingml/2006/main"/>
        </p:blipFill>
        <p:spPr>
          <a:xfrm xmlns:a="http://schemas.openxmlformats.org/drawingml/2006/main">
            <a:off x="447675" y="4448175"/>
            <a:ext cx="342900" cy="342900"/>
          </a:xfrm>
          <a:prstGeom xmlns:a="http://schemas.openxmlformats.org/drawingml/2006/main" prst="rect">
            <a:avLst/>
          </a:prstGeom>
        </p:spPr>
      </p:pic>
      <p:sp>
        <p:nvSpPr>
          <p:cNvPr id="17434" name="">
            <a:extLst xmlns:a="http://schemas.openxmlformats.org/drawingml/2006/main">
              <a:ext uri="{FF2B5EF4-FFF2-40B4-BE49-F238E27FC236}">
                <a16:creationId xmlns:a16="http://schemas.microsoft.com/office/drawing/2014/main" id="{69411D98-C339-4147-913B-AFC9E84AAD41}"/>
              </a:ext>
            </a:extLst>
          </p:cNvPr>
          <p:cNvSpPr>
            <a:spLocks xmlns:a="http://schemas.openxmlformats.org/drawingml/2006/main" noGrp="1"/>
          </p:cNvSpPr>
          <p:nvPr/>
        </p:nvSpPr>
        <p:spPr>
          <a:xfrm xmlns:a="http://schemas.openxmlformats.org/drawingml/2006/main">
            <a:off x="962025" y="4419600"/>
            <a:ext cx="276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82A3A"/>
                </a:solidFill>
                <a:latin typeface="Arial"/>
                <a:ea typeface="Arial"/>
                <a:cs typeface="Arial"/>
              </a:defRPr>
            </a:pPr>
            <a:r>
              <a:rPr sz="1800" b="1">
                <a:solidFill>
                  <a:srgbClr val="182A3A"/>
                </a:solidFill>
                <a:latin typeface="Arial"/>
                <a:ea typeface="Arial"/>
                <a:cs typeface="Arial"/>
              </a:rPr>
              <a:t>Credential-gated workflows</a:t>
            </a:r>
          </a:p>
        </p:txBody>
      </p:sp>
      <p:sp>
        <p:nvSpPr>
          <p:cNvPr id="17435" name="">
            <a:extLst xmlns:a="http://schemas.openxmlformats.org/drawingml/2006/main">
              <a:ext uri="{FF2B5EF4-FFF2-40B4-BE49-F238E27FC236}">
                <a16:creationId xmlns:a16="http://schemas.microsoft.com/office/drawing/2014/main" id="{8B7FA398-11BD-4AF8-BCA8-401A6D324EBE}"/>
              </a:ext>
            </a:extLst>
          </p:cNvPr>
          <p:cNvSpPr>
            <a:spLocks xmlns:a="http://schemas.openxmlformats.org/drawingml/2006/main" noGrp="1"/>
          </p:cNvSpPr>
          <p:nvPr/>
        </p:nvSpPr>
        <p:spPr>
          <a:xfrm xmlns:a="http://schemas.openxmlformats.org/drawingml/2006/main">
            <a:off x="4257675" y="4257675"/>
            <a:ext cx="3486150" cy="790575"/>
          </a:xfrm>
          <a:prstGeom xmlns:a="http://schemas.openxmlformats.org/drawingml/2006/main" prst="rect">
            <a:avLst/>
          </a:prstGeom>
          <a:solidFill xmlns:a="http://schemas.openxmlformats.org/drawingml/2006/main">
            <a:srgbClr val="EAF2F8"/>
          </a:solidFill>
          <a:ln xmlns:a="http://schemas.openxmlformats.org/drawingml/2006/main" w="9525">
            <a:solidFill>
              <a:srgbClr val="AAC4D8"/>
            </a:solidFill>
          </a:ln>
        </p:spPr>
      </p:sp>
      <p:sp>
        <p:nvSpPr>
          <p:cNvPr id="17436" name="">
            <a:extLst xmlns:a="http://schemas.openxmlformats.org/drawingml/2006/main">
              <a:ext uri="{FF2B5EF4-FFF2-40B4-BE49-F238E27FC236}">
                <a16:creationId xmlns:a16="http://schemas.microsoft.com/office/drawing/2014/main" id="{12B06DFB-9F58-460F-932D-84B5683EA0E2}"/>
              </a:ext>
            </a:extLst>
          </p:cNvPr>
          <p:cNvSpPr>
            <a:spLocks xmlns:a="http://schemas.openxmlformats.org/drawingml/2006/main" noGrp="1"/>
          </p:cNvSpPr>
          <p:nvPr/>
        </p:nvSpPr>
        <p:spPr>
          <a:xfrm xmlns:a="http://schemas.openxmlformats.org/drawingml/2006/main">
            <a:off x="4400550" y="4381500"/>
            <a:ext cx="321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Consent checkpoint</a:t>
            </a:r>
          </a:p>
          <a:p xmlns:a="http://schemas.openxmlformats.org/drawingml/2006/main">
            <a:pPr algn="l">
              <a:defRPr sz="1725" b="0">
                <a:solidFill>
                  <a:srgbClr val="182A3A"/>
                </a:solidFill>
                <a:latin typeface="Arial"/>
                <a:ea typeface="Arial"/>
                <a:cs typeface="Arial"/>
              </a:defRPr>
            </a:pPr>
            <a:r>
              <a:rPr sz="1725" b="0">
                <a:solidFill>
                  <a:srgbClr val="182A3A"/>
                </a:solidFill>
                <a:latin typeface="Arial"/>
                <a:ea typeface="Arial"/>
                <a:cs typeface="Arial"/>
              </a:rPr>
              <a:t>Protected-input stop</a:t>
            </a:r>
          </a:p>
        </p:txBody>
      </p:sp>
      <p:sp>
        <p:nvSpPr>
          <p:cNvPr id="17437" name="">
            <a:extLst xmlns:a="http://schemas.openxmlformats.org/drawingml/2006/main">
              <a:ext uri="{FF2B5EF4-FFF2-40B4-BE49-F238E27FC236}">
                <a16:creationId xmlns:a16="http://schemas.microsoft.com/office/drawing/2014/main" id="{1C6523E0-2A5C-4AB0-8B17-D11DEE6B8EC9}"/>
              </a:ext>
            </a:extLst>
          </p:cNvPr>
          <p:cNvSpPr>
            <a:spLocks xmlns:a="http://schemas.openxmlformats.org/drawingml/2006/main" noGrp="1"/>
          </p:cNvSpPr>
          <p:nvPr/>
        </p:nvSpPr>
        <p:spPr>
          <a:xfrm xmlns:a="http://schemas.openxmlformats.org/drawingml/2006/main">
            <a:off x="8524875" y="4257675"/>
            <a:ext cx="3219450" cy="790575"/>
          </a:xfrm>
          <a:prstGeom xmlns:a="http://schemas.openxmlformats.org/drawingml/2006/main" prst="rect">
            <a:avLst/>
          </a:prstGeom>
          <a:solidFill xmlns:a="http://schemas.openxmlformats.org/drawingml/2006/main">
            <a:srgbClr val="EDF7F4"/>
          </a:solidFill>
          <a:ln xmlns:a="http://schemas.openxmlformats.org/drawingml/2006/main" w="9525">
            <a:solidFill>
              <a:srgbClr val="8AB7AA"/>
            </a:solidFill>
          </a:ln>
        </p:spPr>
      </p:sp>
      <p:sp>
        <p:nvSpPr>
          <p:cNvPr id="17438" name="">
            <a:extLst xmlns:a="http://schemas.openxmlformats.org/drawingml/2006/main">
              <a:ext uri="{FF2B5EF4-FFF2-40B4-BE49-F238E27FC236}">
                <a16:creationId xmlns:a16="http://schemas.microsoft.com/office/drawing/2014/main" id="{36AF9F1E-B738-41DE-8DA2-C68BF0278A30}"/>
              </a:ext>
            </a:extLst>
          </p:cNvPr>
          <p:cNvSpPr>
            <a:spLocks xmlns:a="http://schemas.openxmlformats.org/drawingml/2006/main" noGrp="1"/>
          </p:cNvSpPr>
          <p:nvPr/>
        </p:nvSpPr>
        <p:spPr>
          <a:xfrm xmlns:a="http://schemas.openxmlformats.org/drawingml/2006/main">
            <a:off x="8677275" y="4381500"/>
            <a:ext cx="2933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6C5A"/>
                </a:solidFill>
                <a:latin typeface="Arial"/>
                <a:ea typeface="Arial"/>
                <a:cs typeface="Arial"/>
              </a:defRPr>
            </a:pPr>
            <a:r>
              <a:rPr sz="1725" b="1">
                <a:solidFill>
                  <a:srgbClr val="176C5A"/>
                </a:solidFill>
                <a:latin typeface="Arial"/>
                <a:ea typeface="Arial"/>
                <a:cs typeface="Arial"/>
              </a:rPr>
              <a:t>Scientist retains</a:t>
            </a:r>
          </a:p>
          <a:p xmlns:a="http://schemas.openxmlformats.org/drawingml/2006/main">
            <a:pPr algn="l">
              <a:defRPr sz="1725" b="1">
                <a:solidFill>
                  <a:srgbClr val="176C5A"/>
                </a:solidFill>
                <a:latin typeface="Arial"/>
                <a:ea typeface="Arial"/>
                <a:cs typeface="Arial"/>
              </a:defRPr>
            </a:pPr>
            <a:r>
              <a:rPr sz="1725" b="1">
                <a:solidFill>
                  <a:srgbClr val="176C5A"/>
                </a:solidFill>
                <a:latin typeface="Arial"/>
                <a:ea typeface="Arial"/>
                <a:cs typeface="Arial"/>
              </a:rPr>
              <a:t>access decisions</a:t>
            </a:r>
          </a:p>
        </p:txBody>
      </p:sp>
      <p:sp>
        <p:nvSpPr>
          <p:cNvPr id="17440" name="">
            <a:extLst xmlns:a="http://schemas.openxmlformats.org/drawingml/2006/main">
              <a:ext uri="{FF2B5EF4-FFF2-40B4-BE49-F238E27FC236}">
                <a16:creationId xmlns:a16="http://schemas.microsoft.com/office/drawing/2014/main" id="{FB29A2C0-EC0C-43ED-82A5-64A250E2B202}"/>
              </a:ext>
            </a:extLst>
          </p:cNvPr>
          <p:cNvSpPr>
            <a:spLocks xmlns:a="http://schemas.openxmlformats.org/drawingml/2006/main" noGrp="1"/>
          </p:cNvSpPr>
          <p:nvPr/>
        </p:nvSpPr>
        <p:spPr>
          <a:xfrm xmlns:a="http://schemas.openxmlformats.org/drawingml/2006/main">
            <a:off x="428625" y="5324475"/>
            <a:ext cx="1133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Target context: ISSDC / PRADAN mission archives and MOSDAC data services</a:t>
            </a:r>
          </a:p>
        </p:txBody>
      </p:sp>
      <p:sp>
        <p:nvSpPr>
          <p:cNvPr id="17441" name="">
            <a:extLst xmlns:a="http://schemas.openxmlformats.org/drawingml/2006/main">
              <a:ext uri="{FF2B5EF4-FFF2-40B4-BE49-F238E27FC236}">
                <a16:creationId xmlns:a16="http://schemas.microsoft.com/office/drawing/2014/main" id="{262B3F87-52A5-490C-AE6F-5294FD1D78BA}"/>
              </a:ext>
            </a:extLst>
          </p:cNvPr>
          <p:cNvSpPr>
            <a:spLocks xmlns:a="http://schemas.openxmlformats.org/drawingml/2006/main" noGrp="1"/>
          </p:cNvSpPr>
          <p:nvPr/>
        </p:nvSpPr>
        <p:spPr>
          <a:xfrm xmlns:a="http://schemas.openxmlformats.org/drawingml/2006/main">
            <a:off x="428625" y="5695950"/>
            <a:ext cx="1133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485C6C"/>
                </a:solidFill>
                <a:latin typeface="Arial"/>
                <a:ea typeface="Arial"/>
                <a:cs typeface="Arial"/>
              </a:defRPr>
            </a:pPr>
            <a:r>
              <a:rPr sz="1650" b="0">
                <a:solidFill>
                  <a:srgbClr val="485C6C"/>
                </a:solidFill>
                <a:latin typeface="Arial"/>
                <a:ea typeface="Arial"/>
                <a:cs typeface="Arial"/>
              </a:rPr>
              <a:t>Potential use only. No verified ISRO deployment or portal integration.</a:t>
            </a:r>
          </a:p>
        </p:txBody>
      </p:sp>
      <p:sp>
        <p:nvSpPr>
          <p:cNvPr id="17442" name="">
            <a:extLst xmlns:a="http://schemas.openxmlformats.org/drawingml/2006/main">
              <a:ext uri="{FF2B5EF4-FFF2-40B4-BE49-F238E27FC236}">
                <a16:creationId xmlns:a16="http://schemas.microsoft.com/office/drawing/2014/main" id="{B785B749-FC8A-4481-BD1C-9510F3336465}"/>
              </a:ext>
            </a:extLst>
          </p:cNvPr>
          <p:cNvSpPr>
            <a:spLocks xmlns:a="http://schemas.openxmlformats.org/drawingml/2006/main" noGrp="1"/>
          </p:cNvSpPr>
          <p:nvPr/>
        </p:nvSpPr>
        <p:spPr>
          <a:xfrm xmlns:a="http://schemas.openxmlformats.org/drawingml/2006/main">
            <a:off x="428625" y="6048375"/>
            <a:ext cx="11334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485C6C"/>
                </a:solidFill>
                <a:latin typeface="Arial"/>
                <a:ea typeface="Arial"/>
                <a:cs typeface="Arial"/>
              </a:defRPr>
            </a:pPr>
            <a:r>
              <a:rPr sz="1500" b="0">
                <a:solidFill>
                  <a:srgbClr val="485C6C"/>
                </a:solidFill>
                <a:latin typeface="Arial"/>
                <a:ea typeface="Arial"/>
                <a:cs typeface="Arial"/>
              </a:rPr>
              <a:t>Scope: webpage interaction, not satellite-data analysis or mission-system control.</a:t>
            </a:r>
          </a:p>
        </p:txBody>
      </p:sp>
      <p:pic>
        <p:nvPicPr>
          <p:cNvPr id="17480" name=""/>
          <p:cNvPicPr>
            <a:picLocks xmlns:a="http://schemas.openxmlformats.org/drawingml/2006/main" noChangeAspect="1"/>
          </p:cNvPicPr>
          <p:nvPr/>
        </p:nvPicPr>
        <p:blipFill>
          <a:blip xmlns:r="http://schemas.openxmlformats.org/officeDocument/2006/relationships" xmlns:a="http://schemas.openxmlformats.org/drawingml/2006/main" r:embed="Rcde6fad83b174f95"/>
          <a:stretch xmlns:a="http://schemas.openxmlformats.org/drawingml/2006/main"/>
        </p:blipFill>
        <p:spPr>
          <a:xfrm xmlns:a="http://schemas.openxmlformats.org/drawingml/2006/main">
            <a:off x="9780080" y="1524"/>
            <a:ext cx="2249805" cy="1062323"/>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74F10929-E41C-4BC9-9A79-4F5F8912FA0F}"/>
              </a:ext>
            </a:extLst>
          </p:cNvPr>
          <p:cNvSpPr>
            <a:spLocks xmlns:a="http://schemas.openxmlformats.org/drawingml/2006/main" noGrp="1"/>
          </p:cNvSpPr>
          <p:nvPr>
            <p:ph type="title" idx="0"/>
          </p:nvPr>
        </p:nvSpPr>
        <p:spPr>
          <a:xfrm xmlns:a="http://schemas.openxmlformats.org/drawingml/2006/main">
            <a:off x="1685925" y="276225"/>
            <a:ext cx="8001000" cy="762000"/>
          </a:xfrm>
        </p:spPr>
        <p:txBody>
          <a:bodyPr xmlns:a="http://schemas.openxmlformats.org/drawingml/2006/main" lIns="0" tIns="0" rIns="0" bIns="0" anchor="ctr"/>
          <a:lstStyle xmlns:a="http://schemas.openxmlformats.org/drawingml/2006/main"/>
          <a:p xmlns:a="http://schemas.openxmlformats.org/drawingml/2006/main">
            <a:pPr algn="ctr">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BA7C2C3-24BD-49CF-9B17-3A9629750F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strike="noStrike" cap="none" spc="0" baseline="0">
                <a:ln>
                  <a:noFill/>
                </a:ln>
                <a:solidFill>
                  <a:prstClr val="white"/>
                </a:solidFill>
                <a:latin typeface="TradeGothic"/>
                <a:ea typeface="TradeGothic"/>
                <a:cs typeface="TradeGothic"/>
              </a:rPr>
              <a:t>6</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D1C84623-79A4-4286-8FE1-B1D970CE2835}"/>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strike="noStrike" cap="none" spc="0" baseline="0">
                <a:ln>
                  <a:noFill/>
                </a:ln>
                <a:solidFill>
                  <a:prstClr val="white"/>
                </a:solidFill>
                <a:latin typeface="TradeGothic"/>
                <a:ea typeface="TradeGothic"/>
                <a:cs typeface="TradeGothic"/>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650">
                <a:solidFill>
                  <a:srgbClr val="000000"/>
                </a:solidFill>
                <a:latin typeface="Calibri"/>
                <a:ea typeface="Calibri"/>
                <a:cs typeface="Calibri"/>
              </a:defRPr>
            </a:pPr>
            <a:r>
              <a:rPr sz="1650">
                <a:solidFill>
                  <a:srgbClr val="000000"/>
                </a:solidFill>
                <a:latin typeface="Calibri"/>
                <a:ea typeface="Calibri"/>
                <a:cs typeface="Calibri"/>
              </a:rPr>
              <a:t>Byte Hogs</a:t>
            </a:r>
            <a:endParaRPr/>
          </a:p>
        </p:txBody>
      </p:sp>
      <p:sp>
        <p:nvSpPr>
          <p:cNvPr id="17412" name="">
            <a:extLst xmlns:a="http://schemas.openxmlformats.org/drawingml/2006/main">
              <a:ext uri="{FF2B5EF4-FFF2-40B4-BE49-F238E27FC236}">
                <a16:creationId xmlns:a16="http://schemas.microsoft.com/office/drawing/2014/main" id="{95E8BD21-C99C-4998-B630-747FE7505F2A}"/>
              </a:ext>
            </a:extLst>
          </p:cNvPr>
          <p:cNvSpPr>
            <a:spLocks xmlns:a="http://schemas.openxmlformats.org/drawingml/2006/main" noGrp="1"/>
          </p:cNvSpPr>
          <p:nvPr/>
        </p:nvSpPr>
        <p:spPr>
          <a:xfrm xmlns:a="http://schemas.openxmlformats.org/drawingml/2006/main">
            <a:off x="419100" y="6410325"/>
            <a:ext cx="342900" cy="3429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pic>
        <p:nvPicPr>
          <p:cNvPr id="17445" name=""/>
          <p:cNvPicPr>
            <a:picLocks xmlns:a="http://schemas.openxmlformats.org/drawingml/2006/main" noChangeAspect="1"/>
          </p:cNvPicPr>
          <p:nvPr/>
        </p:nvPicPr>
        <p:blipFill>
          <a:blip xmlns:r="http://schemas.openxmlformats.org/officeDocument/2006/relationships" xmlns:a="http://schemas.openxmlformats.org/drawingml/2006/main" r:embed="Ra408d25e2f0048c9"/>
          <a:stretch xmlns:a="http://schemas.openxmlformats.org/drawingml/2006/main"/>
        </p:blipFill>
        <p:spPr>
          <a:xfrm xmlns:a="http://schemas.openxmlformats.org/drawingml/2006/main">
            <a:off x="428625" y="6419850"/>
            <a:ext cx="323850" cy="323850"/>
          </a:xfrm>
          <a:prstGeom xmlns:a="http://schemas.openxmlformats.org/drawingml/2006/main" prst="rect">
            <a:avLst/>
          </a:prstGeom>
        </p:spPr>
      </p:pic>
      <p:sp>
        <p:nvSpPr>
          <p:cNvPr id="17414" name="">
            <a:extLst xmlns:a="http://schemas.openxmlformats.org/drawingml/2006/main">
              <a:ext uri="{FF2B5EF4-FFF2-40B4-BE49-F238E27FC236}">
                <a16:creationId xmlns:a16="http://schemas.microsoft.com/office/drawing/2014/main" id="{8C04A0A1-AE40-4970-96CD-CEF7AEEF0381}"/>
              </a:ext>
            </a:extLst>
          </p:cNvPr>
          <p:cNvSpPr>
            <a:spLocks xmlns:a="http://schemas.openxmlformats.org/drawingml/2006/main" noGrp="1"/>
          </p:cNvSpPr>
          <p:nvPr/>
        </p:nvSpPr>
        <p:spPr>
          <a:xfrm xmlns:a="http://schemas.openxmlformats.org/drawingml/2006/main">
            <a:off x="828675" y="64865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CAPTAIN</a:t>
            </a:r>
          </a:p>
        </p:txBody>
      </p:sp>
      <p:sp>
        <p:nvSpPr>
          <p:cNvPr id="17415" name="">
            <a:extLst xmlns:a="http://schemas.openxmlformats.org/drawingml/2006/main">
              <a:ext uri="{FF2B5EF4-FFF2-40B4-BE49-F238E27FC236}">
                <a16:creationId xmlns:a16="http://schemas.microsoft.com/office/drawing/2014/main" id="{9DA36715-6AEF-47AB-B1A2-10D9B1C3BB86}"/>
              </a:ext>
            </a:extLst>
          </p:cNvPr>
          <p:cNvSpPr>
            <a:spLocks xmlns:a="http://schemas.openxmlformats.org/drawingml/2006/main" noGrp="1"/>
          </p:cNvSpPr>
          <p:nvPr/>
        </p:nvSpPr>
        <p:spPr>
          <a:xfrm xmlns:a="http://schemas.openxmlformats.org/drawingml/2006/main">
            <a:off x="428625" y="1266825"/>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Source code, evidence and research</a:t>
            </a:r>
          </a:p>
        </p:txBody>
      </p:sp>
      <p:sp>
        <p:nvSpPr>
          <p:cNvPr id="17416" name="">
            <a:extLst xmlns:a="http://schemas.openxmlformats.org/drawingml/2006/main">
              <a:ext uri="{FF2B5EF4-FFF2-40B4-BE49-F238E27FC236}">
                <a16:creationId xmlns:a16="http://schemas.microsoft.com/office/drawing/2014/main" id="{4851C6CD-9AF0-4E16-BF1E-B33B411CD41E}"/>
              </a:ext>
            </a:extLst>
          </p:cNvPr>
          <p:cNvSpPr>
            <a:spLocks xmlns:a="http://schemas.openxmlformats.org/drawingml/2006/main" noGrp="1"/>
          </p:cNvSpPr>
          <p:nvPr/>
        </p:nvSpPr>
        <p:spPr>
          <a:xfrm xmlns:a="http://schemas.openxmlformats.org/drawingml/2006/main">
            <a:off x="428625" y="19431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0C0"/>
                </a:solidFill>
                <a:latin typeface="Arial"/>
                <a:ea typeface="Arial"/>
                <a:cs typeface="Arial"/>
              </a:defRPr>
            </a:pPr>
            <a:r>
              <a:rPr u="sng">
                <a:solidFill>
                  <a:srgbClr val="0070C0"/>
                </a:solidFill>
                <a:hlinkClick xmlns:r="http://schemas.openxmlformats.org/officeDocument/2006/relationships" r:id="R01e896806f62489d"/>
              </a:rPr>
              <a:t>1  CAPTAIN repository</a:t>
            </a:r>
          </a:p>
        </p:txBody>
      </p:sp>
      <p:sp>
        <p:nvSpPr>
          <p:cNvPr id="17417" name="">
            <a:extLst xmlns:a="http://schemas.openxmlformats.org/drawingml/2006/main">
              <a:ext uri="{FF2B5EF4-FFF2-40B4-BE49-F238E27FC236}">
                <a16:creationId xmlns:a16="http://schemas.microsoft.com/office/drawing/2014/main" id="{C6102BA7-70B8-4E87-9244-73F11B96B74B}"/>
              </a:ext>
            </a:extLst>
          </p:cNvPr>
          <p:cNvSpPr>
            <a:spLocks xmlns:a="http://schemas.openxmlformats.org/drawingml/2006/main" noGrp="1"/>
          </p:cNvSpPr>
          <p:nvPr/>
        </p:nvSpPr>
        <p:spPr>
          <a:xfrm xmlns:a="http://schemas.openxmlformats.org/drawingml/2006/main">
            <a:off x="428625" y="23050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485C6C"/>
                </a:solidFill>
                <a:latin typeface="Arial"/>
                <a:ea typeface="Arial"/>
                <a:cs typeface="Arial"/>
              </a:defRPr>
            </a:pPr>
            <a:r>
              <a:rPr sz="1575" b="0">
                <a:solidFill>
                  <a:srgbClr val="485C6C"/>
                </a:solidFill>
                <a:latin typeface="Arial"/>
                <a:ea typeface="Arial"/>
                <a:cs typeface="Arial"/>
              </a:rPr>
              <a:t>Complete implementation</a:t>
            </a:r>
          </a:p>
        </p:txBody>
      </p:sp>
      <p:sp>
        <p:nvSpPr>
          <p:cNvPr id="17418" name="">
            <a:extLst xmlns:a="http://schemas.openxmlformats.org/drawingml/2006/main">
              <a:ext uri="{FF2B5EF4-FFF2-40B4-BE49-F238E27FC236}">
                <a16:creationId xmlns:a16="http://schemas.microsoft.com/office/drawing/2014/main" id="{ED49663A-0B7A-47A0-B10F-5FCA5F95BC32}"/>
              </a:ext>
            </a:extLst>
          </p:cNvPr>
          <p:cNvSpPr>
            <a:spLocks xmlns:a="http://schemas.openxmlformats.org/drawingml/2006/main" noGrp="1"/>
          </p:cNvSpPr>
          <p:nvPr/>
        </p:nvSpPr>
        <p:spPr>
          <a:xfrm xmlns:a="http://schemas.openxmlformats.org/drawingml/2006/main">
            <a:off x="428625" y="28003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0C0"/>
                </a:solidFill>
                <a:latin typeface="Arial"/>
                <a:ea typeface="Arial"/>
                <a:cs typeface="Arial"/>
              </a:defRPr>
            </a:pPr>
            <a:r>
              <a:rPr u="sng">
                <a:solidFill>
                  <a:srgbClr val="0070C0"/>
                </a:solidFill>
                <a:hlinkClick xmlns:r="http://schemas.openxmlformats.org/officeDocument/2006/relationships" r:id="R1548597d95f84eac"/>
              </a:rPr>
              <a:t>2  CAPTAIN README</a:t>
            </a:r>
          </a:p>
        </p:txBody>
      </p:sp>
      <p:sp>
        <p:nvSpPr>
          <p:cNvPr id="17419" name="">
            <a:extLst xmlns:a="http://schemas.openxmlformats.org/drawingml/2006/main">
              <a:ext uri="{FF2B5EF4-FFF2-40B4-BE49-F238E27FC236}">
                <a16:creationId xmlns:a16="http://schemas.microsoft.com/office/drawing/2014/main" id="{5F6202E1-6B0A-4904-B449-64FF74E66340}"/>
              </a:ext>
            </a:extLst>
          </p:cNvPr>
          <p:cNvSpPr>
            <a:spLocks xmlns:a="http://schemas.openxmlformats.org/drawingml/2006/main" noGrp="1"/>
          </p:cNvSpPr>
          <p:nvPr/>
        </p:nvSpPr>
        <p:spPr>
          <a:xfrm xmlns:a="http://schemas.openxmlformats.org/drawingml/2006/main">
            <a:off x="428625" y="31623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485C6C"/>
                </a:solidFill>
                <a:latin typeface="Arial"/>
                <a:ea typeface="Arial"/>
                <a:cs typeface="Arial"/>
              </a:defRPr>
            </a:pPr>
            <a:r>
              <a:rPr sz="1575" b="0">
                <a:solidFill>
                  <a:srgbClr val="485C6C"/>
                </a:solidFill>
                <a:latin typeface="Arial"/>
                <a:ea typeface="Arial"/>
                <a:cs typeface="Arial"/>
              </a:rPr>
              <a:t>Architecture, workflow and setup</a:t>
            </a:r>
          </a:p>
        </p:txBody>
      </p:sp>
      <p:sp>
        <p:nvSpPr>
          <p:cNvPr id="17420" name="">
            <a:extLst xmlns:a="http://schemas.openxmlformats.org/drawingml/2006/main">
              <a:ext uri="{FF2B5EF4-FFF2-40B4-BE49-F238E27FC236}">
                <a16:creationId xmlns:a16="http://schemas.microsoft.com/office/drawing/2014/main" id="{D9D2C45C-31DA-48AE-B484-B4135564BCCC}"/>
              </a:ext>
            </a:extLst>
          </p:cNvPr>
          <p:cNvSpPr>
            <a:spLocks xmlns:a="http://schemas.openxmlformats.org/drawingml/2006/main" noGrp="1"/>
          </p:cNvSpPr>
          <p:nvPr/>
        </p:nvSpPr>
        <p:spPr>
          <a:xfrm xmlns:a="http://schemas.openxmlformats.org/drawingml/2006/main">
            <a:off x="428625" y="36576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0C0"/>
                </a:solidFill>
                <a:latin typeface="Arial"/>
                <a:ea typeface="Arial"/>
                <a:cs typeface="Arial"/>
              </a:defRPr>
            </a:pPr>
            <a:r>
              <a:rPr u="sng">
                <a:solidFill>
                  <a:srgbClr val="0070C0"/>
                </a:solidFill>
                <a:hlinkClick xmlns:r="http://schemas.openxmlformats.org/officeDocument/2006/relationships" r:id="Rcf36b777d697422e"/>
              </a:rPr>
              <a:t>3  Raw README</a:t>
            </a:r>
          </a:p>
        </p:txBody>
      </p:sp>
      <p:sp>
        <p:nvSpPr>
          <p:cNvPr id="17421" name="">
            <a:extLst xmlns:a="http://schemas.openxmlformats.org/drawingml/2006/main">
              <a:ext uri="{FF2B5EF4-FFF2-40B4-BE49-F238E27FC236}">
                <a16:creationId xmlns:a16="http://schemas.microsoft.com/office/drawing/2014/main" id="{6BDC0FBA-9326-438E-A006-6F7F342F56AB}"/>
              </a:ext>
            </a:extLst>
          </p:cNvPr>
          <p:cNvSpPr>
            <a:spLocks xmlns:a="http://schemas.openxmlformats.org/drawingml/2006/main" noGrp="1"/>
          </p:cNvSpPr>
          <p:nvPr/>
        </p:nvSpPr>
        <p:spPr>
          <a:xfrm xmlns:a="http://schemas.openxmlformats.org/drawingml/2006/main">
            <a:off x="428625" y="40195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485C6C"/>
                </a:solidFill>
                <a:latin typeface="Arial"/>
                <a:ea typeface="Arial"/>
                <a:cs typeface="Arial"/>
              </a:defRPr>
            </a:pPr>
            <a:r>
              <a:rPr sz="1575" b="0">
                <a:solidFill>
                  <a:srgbClr val="485C6C"/>
                </a:solidFill>
                <a:latin typeface="Arial"/>
                <a:ea typeface="Arial"/>
                <a:cs typeface="Arial"/>
              </a:rPr>
              <a:t>Direct machine-readable project reference</a:t>
            </a:r>
          </a:p>
        </p:txBody>
      </p:sp>
      <p:sp>
        <p:nvSpPr>
          <p:cNvPr id="17422" name="">
            <a:extLst xmlns:a="http://schemas.openxmlformats.org/drawingml/2006/main">
              <a:ext uri="{FF2B5EF4-FFF2-40B4-BE49-F238E27FC236}">
                <a16:creationId xmlns:a16="http://schemas.microsoft.com/office/drawing/2014/main" id="{EC35F42D-B610-4D14-BEC4-E848E6A71B42}"/>
              </a:ext>
            </a:extLst>
          </p:cNvPr>
          <p:cNvSpPr>
            <a:spLocks xmlns:a="http://schemas.openxmlformats.org/drawingml/2006/main" noGrp="1"/>
          </p:cNvSpPr>
          <p:nvPr/>
        </p:nvSpPr>
        <p:spPr>
          <a:xfrm xmlns:a="http://schemas.openxmlformats.org/drawingml/2006/main">
            <a:off x="6381750" y="19431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0C0"/>
                </a:solidFill>
                <a:latin typeface="Arial"/>
                <a:ea typeface="Arial"/>
                <a:cs typeface="Arial"/>
              </a:defRPr>
            </a:pPr>
            <a:r>
              <a:rPr u="sng">
                <a:solidFill>
                  <a:srgbClr val="0070C0"/>
                </a:solidFill>
                <a:hlinkClick xmlns:r="http://schemas.openxmlformats.org/officeDocument/2006/relationships" r:id="R2abcc1cdb5624af3"/>
              </a:rPr>
              <a:t>4  Browser extension source</a:t>
            </a:r>
          </a:p>
        </p:txBody>
      </p:sp>
      <p:sp>
        <p:nvSpPr>
          <p:cNvPr id="17423" name="">
            <a:extLst xmlns:a="http://schemas.openxmlformats.org/drawingml/2006/main">
              <a:ext uri="{FF2B5EF4-FFF2-40B4-BE49-F238E27FC236}">
                <a16:creationId xmlns:a16="http://schemas.microsoft.com/office/drawing/2014/main" id="{10962C53-38E9-41D2-A00C-FB0AA5AD19A7}"/>
              </a:ext>
            </a:extLst>
          </p:cNvPr>
          <p:cNvSpPr>
            <a:spLocks xmlns:a="http://schemas.openxmlformats.org/drawingml/2006/main" noGrp="1"/>
          </p:cNvSpPr>
          <p:nvPr/>
        </p:nvSpPr>
        <p:spPr>
          <a:xfrm xmlns:a="http://schemas.openxmlformats.org/drawingml/2006/main">
            <a:off x="6381750" y="23050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485C6C"/>
                </a:solidFill>
                <a:latin typeface="Arial"/>
                <a:ea typeface="Arial"/>
                <a:cs typeface="Arial"/>
              </a:defRPr>
            </a:pPr>
            <a:r>
              <a:rPr sz="1575" b="0">
                <a:solidFill>
                  <a:srgbClr val="485C6C"/>
                </a:solidFill>
                <a:latin typeface="Arial"/>
                <a:ea typeface="Arial"/>
                <a:cs typeface="Arial"/>
              </a:rPr>
              <a:t>On-device browser-agent implementation</a:t>
            </a:r>
          </a:p>
        </p:txBody>
      </p:sp>
      <p:sp>
        <p:nvSpPr>
          <p:cNvPr id="17424" name="">
            <a:extLst xmlns:a="http://schemas.openxmlformats.org/drawingml/2006/main">
              <a:ext uri="{FF2B5EF4-FFF2-40B4-BE49-F238E27FC236}">
                <a16:creationId xmlns:a16="http://schemas.microsoft.com/office/drawing/2014/main" id="{FA664F80-9B61-439F-B137-4240DF139965}"/>
              </a:ext>
            </a:extLst>
          </p:cNvPr>
          <p:cNvSpPr>
            <a:spLocks xmlns:a="http://schemas.openxmlformats.org/drawingml/2006/main" noGrp="1"/>
          </p:cNvSpPr>
          <p:nvPr/>
        </p:nvSpPr>
        <p:spPr>
          <a:xfrm xmlns:a="http://schemas.openxmlformats.org/drawingml/2006/main">
            <a:off x="6381750" y="28003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0C0"/>
                </a:solidFill>
                <a:latin typeface="Arial"/>
                <a:ea typeface="Arial"/>
                <a:cs typeface="Arial"/>
              </a:defRPr>
            </a:pPr>
            <a:r>
              <a:rPr u="sng">
                <a:solidFill>
                  <a:srgbClr val="0070C0"/>
                </a:solidFill>
                <a:hlinkClick xmlns:r="http://schemas.openxmlformats.org/officeDocument/2006/relationships" r:id="Ree7a4b29dd0a4573"/>
              </a:rPr>
              <a:t>5  Privacy / regression tests</a:t>
            </a:r>
          </a:p>
        </p:txBody>
      </p:sp>
      <p:sp>
        <p:nvSpPr>
          <p:cNvPr id="17425" name="">
            <a:extLst xmlns:a="http://schemas.openxmlformats.org/drawingml/2006/main">
              <a:ext uri="{FF2B5EF4-FFF2-40B4-BE49-F238E27FC236}">
                <a16:creationId xmlns:a16="http://schemas.microsoft.com/office/drawing/2014/main" id="{720A9A49-2932-41A1-8A7B-F7CE58458F68}"/>
              </a:ext>
            </a:extLst>
          </p:cNvPr>
          <p:cNvSpPr>
            <a:spLocks xmlns:a="http://schemas.openxmlformats.org/drawingml/2006/main" noGrp="1"/>
          </p:cNvSpPr>
          <p:nvPr/>
        </p:nvSpPr>
        <p:spPr>
          <a:xfrm xmlns:a="http://schemas.openxmlformats.org/drawingml/2006/main">
            <a:off x="6381750" y="31623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485C6C"/>
                </a:solidFill>
                <a:latin typeface="Arial"/>
                <a:ea typeface="Arial"/>
                <a:cs typeface="Arial"/>
              </a:defRPr>
            </a:pPr>
            <a:r>
              <a:rPr sz="1575" b="0">
                <a:solidFill>
                  <a:srgbClr val="485C6C"/>
                </a:solidFill>
                <a:latin typeface="Arial"/>
                <a:ea typeface="Arial"/>
                <a:cs typeface="Arial"/>
              </a:rPr>
              <a:t>Privacy and regression checks</a:t>
            </a:r>
          </a:p>
        </p:txBody>
      </p:sp>
      <p:sp>
        <p:nvSpPr>
          <p:cNvPr id="17426" name="">
            <a:extLst xmlns:a="http://schemas.openxmlformats.org/drawingml/2006/main">
              <a:ext uri="{FF2B5EF4-FFF2-40B4-BE49-F238E27FC236}">
                <a16:creationId xmlns:a16="http://schemas.microsoft.com/office/drawing/2014/main" id="{A0969CC8-F521-42EA-8201-AA0D76FB5642}"/>
              </a:ext>
            </a:extLst>
          </p:cNvPr>
          <p:cNvSpPr>
            <a:spLocks xmlns:a="http://schemas.openxmlformats.org/drawingml/2006/main" noGrp="1"/>
          </p:cNvSpPr>
          <p:nvPr/>
        </p:nvSpPr>
        <p:spPr>
          <a:xfrm xmlns:a="http://schemas.openxmlformats.org/drawingml/2006/main">
            <a:off x="6381750" y="36576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70C0"/>
                </a:solidFill>
                <a:latin typeface="Arial"/>
                <a:ea typeface="Arial"/>
                <a:cs typeface="Arial"/>
              </a:defRPr>
            </a:pPr>
            <a:r>
              <a:rPr u="sng">
                <a:solidFill>
                  <a:srgbClr val="0070C0"/>
                </a:solidFill>
                <a:hlinkClick xmlns:r="http://schemas.openxmlformats.org/officeDocument/2006/relationships" r:id="R5bbfeae8385c4845"/>
              </a:rPr>
              <a:t>6  Official SIH problem statement</a:t>
            </a:r>
          </a:p>
        </p:txBody>
      </p:sp>
      <p:sp>
        <p:nvSpPr>
          <p:cNvPr id="17427" name="">
            <a:extLst xmlns:a="http://schemas.openxmlformats.org/drawingml/2006/main">
              <a:ext uri="{FF2B5EF4-FFF2-40B4-BE49-F238E27FC236}">
                <a16:creationId xmlns:a16="http://schemas.microsoft.com/office/drawing/2014/main" id="{BD31FCBD-72A4-4FC8-905B-EB0954B21F54}"/>
              </a:ext>
            </a:extLst>
          </p:cNvPr>
          <p:cNvSpPr>
            <a:spLocks xmlns:a="http://schemas.openxmlformats.org/drawingml/2006/main" noGrp="1"/>
          </p:cNvSpPr>
          <p:nvPr/>
        </p:nvSpPr>
        <p:spPr>
          <a:xfrm xmlns:a="http://schemas.openxmlformats.org/drawingml/2006/main">
            <a:off x="6381750" y="40195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485C6C"/>
                </a:solidFill>
                <a:latin typeface="Arial"/>
                <a:ea typeface="Arial"/>
                <a:cs typeface="Arial"/>
              </a:defRPr>
            </a:pPr>
            <a:r>
              <a:rPr sz="1575" b="0">
                <a:solidFill>
                  <a:srgbClr val="485C6C"/>
                </a:solidFill>
                <a:latin typeface="Arial"/>
                <a:ea typeface="Arial"/>
                <a:cs typeface="Arial"/>
              </a:rPr>
              <a:t>Requirements for SIH 26171</a:t>
            </a:r>
          </a:p>
        </p:txBody>
      </p:sp>
      <p:sp>
        <p:nvSpPr>
          <p:cNvPr id="17428" name="">
            <a:extLst xmlns:a="http://schemas.openxmlformats.org/drawingml/2006/main">
              <a:ext uri="{FF2B5EF4-FFF2-40B4-BE49-F238E27FC236}">
                <a16:creationId xmlns:a16="http://schemas.microsoft.com/office/drawing/2014/main" id="{A241039B-05B1-4636-A672-452BD274A0A6}"/>
              </a:ext>
            </a:extLst>
          </p:cNvPr>
          <p:cNvSpPr>
            <a:spLocks xmlns:a="http://schemas.openxmlformats.org/drawingml/2006/main" noGrp="1"/>
          </p:cNvSpPr>
          <p:nvPr/>
        </p:nvSpPr>
        <p:spPr>
          <a:xfrm xmlns:a="http://schemas.openxmlformats.org/drawingml/2006/main">
            <a:off x="428625" y="43624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Research / runtime references</a:t>
            </a:r>
          </a:p>
        </p:txBody>
      </p:sp>
      <p:sp>
        <p:nvSpPr>
          <p:cNvPr id="17429" name="">
            <a:extLst xmlns:a="http://schemas.openxmlformats.org/drawingml/2006/main">
              <a:ext uri="{FF2B5EF4-FFF2-40B4-BE49-F238E27FC236}">
                <a16:creationId xmlns:a16="http://schemas.microsoft.com/office/drawing/2014/main" id="{EAE7CDD2-69A6-4EB6-B24C-11CEB5065A32}"/>
              </a:ext>
            </a:extLst>
          </p:cNvPr>
          <p:cNvSpPr>
            <a:spLocks xmlns:a="http://schemas.openxmlformats.org/drawingml/2006/main" noGrp="1"/>
          </p:cNvSpPr>
          <p:nvPr/>
        </p:nvSpPr>
        <p:spPr>
          <a:xfrm xmlns:a="http://schemas.openxmlformats.org/drawingml/2006/main">
            <a:off x="428625" y="476250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70C0"/>
                </a:solidFill>
                <a:latin typeface="Arial"/>
                <a:ea typeface="Arial"/>
                <a:cs typeface="Arial"/>
              </a:defRPr>
            </a:pPr>
            <a:r>
              <a:rPr u="sng">
                <a:solidFill>
                  <a:srgbClr val="0070C0"/>
                </a:solidFill>
                <a:hlinkClick xmlns:r="http://schemas.openxmlformats.org/officeDocument/2006/relationships" r:id="R425754f13f0241c0"/>
              </a:rPr>
              <a:t>UI-TARS paper</a:t>
            </a:r>
          </a:p>
        </p:txBody>
      </p:sp>
      <p:sp>
        <p:nvSpPr>
          <p:cNvPr id="17430" name="">
            <a:extLst xmlns:a="http://schemas.openxmlformats.org/drawingml/2006/main">
              <a:ext uri="{FF2B5EF4-FFF2-40B4-BE49-F238E27FC236}">
                <a16:creationId xmlns:a16="http://schemas.microsoft.com/office/drawing/2014/main" id="{CDCADDB2-AE17-4A28-9FE1-A0743F1FF916}"/>
              </a:ext>
            </a:extLst>
          </p:cNvPr>
          <p:cNvSpPr>
            <a:spLocks xmlns:a="http://schemas.openxmlformats.org/drawingml/2006/main" noGrp="1"/>
          </p:cNvSpPr>
          <p:nvPr/>
        </p:nvSpPr>
        <p:spPr>
          <a:xfrm xmlns:a="http://schemas.openxmlformats.org/drawingml/2006/main">
            <a:off x="3238500" y="47625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70C0"/>
                </a:solidFill>
                <a:latin typeface="Arial"/>
                <a:ea typeface="Arial"/>
                <a:cs typeface="Arial"/>
              </a:defRPr>
            </a:pPr>
            <a:r>
              <a:rPr u="sng">
                <a:solidFill>
                  <a:srgbClr val="0070C0"/>
                </a:solidFill>
                <a:hlinkClick xmlns:r="http://schemas.openxmlformats.org/officeDocument/2006/relationships" r:id="Rb390e9fa8723466e"/>
              </a:rPr>
              <a:t>Tesseract.js OCR</a:t>
            </a:r>
          </a:p>
        </p:txBody>
      </p:sp>
      <p:sp>
        <p:nvSpPr>
          <p:cNvPr id="17431" name="">
            <a:extLst xmlns:a="http://schemas.openxmlformats.org/drawingml/2006/main">
              <a:ext uri="{FF2B5EF4-FFF2-40B4-BE49-F238E27FC236}">
                <a16:creationId xmlns:a16="http://schemas.microsoft.com/office/drawing/2014/main" id="{2D90639C-765A-4AC0-829B-72053C052DEB}"/>
              </a:ext>
            </a:extLst>
          </p:cNvPr>
          <p:cNvSpPr>
            <a:spLocks xmlns:a="http://schemas.openxmlformats.org/drawingml/2006/main" noGrp="1"/>
          </p:cNvSpPr>
          <p:nvPr/>
        </p:nvSpPr>
        <p:spPr>
          <a:xfrm xmlns:a="http://schemas.openxmlformats.org/drawingml/2006/main">
            <a:off x="6381750" y="4762500"/>
            <a:ext cx="2647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70C0"/>
                </a:solidFill>
                <a:latin typeface="Arial"/>
                <a:ea typeface="Arial"/>
                <a:cs typeface="Arial"/>
              </a:defRPr>
            </a:pPr>
            <a:r>
              <a:rPr u="sng">
                <a:solidFill>
                  <a:srgbClr val="0070C0"/>
                </a:solidFill>
                <a:hlinkClick xmlns:r="http://schemas.openxmlformats.org/officeDocument/2006/relationships" r:id="R0d1700445e224f1b"/>
              </a:rPr>
              <a:t>ONNX Runtime Web</a:t>
            </a:r>
          </a:p>
        </p:txBody>
      </p:sp>
      <p:sp>
        <p:nvSpPr>
          <p:cNvPr id="17432" name="">
            <a:extLst xmlns:a="http://schemas.openxmlformats.org/drawingml/2006/main">
              <a:ext uri="{FF2B5EF4-FFF2-40B4-BE49-F238E27FC236}">
                <a16:creationId xmlns:a16="http://schemas.microsoft.com/office/drawing/2014/main" id="{4616A81B-0551-421E-8EC8-493FBE575FAB}"/>
              </a:ext>
            </a:extLst>
          </p:cNvPr>
          <p:cNvSpPr>
            <a:spLocks xmlns:a="http://schemas.openxmlformats.org/drawingml/2006/main" noGrp="1"/>
          </p:cNvSpPr>
          <p:nvPr/>
        </p:nvSpPr>
        <p:spPr>
          <a:xfrm xmlns:a="http://schemas.openxmlformats.org/drawingml/2006/main">
            <a:off x="9401175" y="4762500"/>
            <a:ext cx="243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70C0"/>
                </a:solidFill>
                <a:latin typeface="Arial"/>
                <a:ea typeface="Arial"/>
                <a:cs typeface="Arial"/>
              </a:defRPr>
            </a:pPr>
            <a:r>
              <a:rPr u="sng">
                <a:solidFill>
                  <a:srgbClr val="0070C0"/>
                </a:solidFill>
                <a:hlinkClick xmlns:r="http://schemas.openxmlformats.org/officeDocument/2006/relationships" r:id="Ree8d7bbfa8cb4d99"/>
              </a:rPr>
              <a:t>Chrome Manifest V3</a:t>
            </a:r>
          </a:p>
        </p:txBody>
      </p:sp>
      <p:sp>
        <p:nvSpPr>
          <p:cNvPr id="17433" name="">
            <a:extLst xmlns:a="http://schemas.openxmlformats.org/drawingml/2006/main">
              <a:ext uri="{FF2B5EF4-FFF2-40B4-BE49-F238E27FC236}">
                <a16:creationId xmlns:a16="http://schemas.microsoft.com/office/drawing/2014/main" id="{A5642AFC-3EF9-485B-A9AE-7406AA91D45D}"/>
              </a:ext>
            </a:extLst>
          </p:cNvPr>
          <p:cNvSpPr>
            <a:spLocks xmlns:a="http://schemas.openxmlformats.org/drawingml/2006/main" noGrp="1"/>
          </p:cNvSpPr>
          <p:nvPr/>
        </p:nvSpPr>
        <p:spPr>
          <a:xfrm xmlns:a="http://schemas.openxmlformats.org/drawingml/2006/main">
            <a:off x="428625" y="529590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070C0"/>
                </a:solidFill>
                <a:latin typeface="Arial"/>
                <a:ea typeface="Arial"/>
                <a:cs typeface="Arial"/>
              </a:defRPr>
            </a:pPr>
            <a:r>
              <a:rPr u="sng">
                <a:solidFill>
                  <a:srgbClr val="0070C0"/>
                </a:solidFill>
                <a:hlinkClick xmlns:r="http://schemas.openxmlformats.org/officeDocument/2006/relationships" r:id="Re78a714399ae4580"/>
              </a:rPr>
              <a:t>ISSDC / PRADAN</a:t>
            </a:r>
          </a:p>
        </p:txBody>
      </p:sp>
      <p:sp>
        <p:nvSpPr>
          <p:cNvPr id="17434" name="">
            <a:extLst xmlns:a="http://schemas.openxmlformats.org/drawingml/2006/main">
              <a:ext uri="{FF2B5EF4-FFF2-40B4-BE49-F238E27FC236}">
                <a16:creationId xmlns:a16="http://schemas.microsoft.com/office/drawing/2014/main" id="{B35C3489-2D14-43D1-B412-25D24CA3469A}"/>
              </a:ext>
            </a:extLst>
          </p:cNvPr>
          <p:cNvSpPr>
            <a:spLocks xmlns:a="http://schemas.openxmlformats.org/drawingml/2006/main" noGrp="1"/>
          </p:cNvSpPr>
          <p:nvPr/>
        </p:nvSpPr>
        <p:spPr>
          <a:xfrm xmlns:a="http://schemas.openxmlformats.org/drawingml/2006/main">
            <a:off x="3238500" y="52959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070C0"/>
                </a:solidFill>
                <a:latin typeface="Arial"/>
                <a:ea typeface="Arial"/>
                <a:cs typeface="Arial"/>
              </a:defRPr>
            </a:pPr>
            <a:r>
              <a:rPr u="sng">
                <a:solidFill>
                  <a:srgbClr val="0070C0"/>
                </a:solidFill>
                <a:hlinkClick xmlns:r="http://schemas.openxmlformats.org/officeDocument/2006/relationships" r:id="R608f4c9437a3432c"/>
              </a:rPr>
              <a:t>MOSDAC</a:t>
            </a:r>
          </a:p>
        </p:txBody>
      </p:sp>
      <p:sp>
        <p:nvSpPr>
          <p:cNvPr id="17435" name="">
            <a:extLst xmlns:a="http://schemas.openxmlformats.org/drawingml/2006/main">
              <a:ext uri="{FF2B5EF4-FFF2-40B4-BE49-F238E27FC236}">
                <a16:creationId xmlns:a16="http://schemas.microsoft.com/office/drawing/2014/main" id="{B6D5CC95-0CC4-4553-A732-B37703819459}"/>
              </a:ext>
            </a:extLst>
          </p:cNvPr>
          <p:cNvSpPr>
            <a:spLocks xmlns:a="http://schemas.openxmlformats.org/drawingml/2006/main" noGrp="1"/>
          </p:cNvSpPr>
          <p:nvPr/>
        </p:nvSpPr>
        <p:spPr>
          <a:xfrm xmlns:a="http://schemas.openxmlformats.org/drawingml/2006/main">
            <a:off x="6381750" y="52959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070C0"/>
                </a:solidFill>
                <a:latin typeface="Arial"/>
                <a:ea typeface="Arial"/>
                <a:cs typeface="Arial"/>
              </a:defRPr>
            </a:pPr>
            <a:r>
              <a:rPr u="sng">
                <a:solidFill>
                  <a:srgbClr val="0070C0"/>
                </a:solidFill>
                <a:hlinkClick xmlns:r="http://schemas.openxmlformats.org/officeDocument/2006/relationships" r:id="Ra40af75cb7ff42ea"/>
              </a:rPr>
              <a:t>Node.js</a:t>
            </a:r>
          </a:p>
        </p:txBody>
      </p:sp>
      <p:sp>
        <p:nvSpPr>
          <p:cNvPr id="17436" name="">
            <a:extLst xmlns:a="http://schemas.openxmlformats.org/drawingml/2006/main">
              <a:ext uri="{FF2B5EF4-FFF2-40B4-BE49-F238E27FC236}">
                <a16:creationId xmlns:a16="http://schemas.microsoft.com/office/drawing/2014/main" id="{C9FED505-771C-4CA1-BFAA-73D46B0CB590}"/>
              </a:ext>
            </a:extLst>
          </p:cNvPr>
          <p:cNvSpPr>
            <a:spLocks xmlns:a="http://schemas.openxmlformats.org/drawingml/2006/main" noGrp="1"/>
          </p:cNvSpPr>
          <p:nvPr/>
        </p:nvSpPr>
        <p:spPr>
          <a:xfrm xmlns:a="http://schemas.openxmlformats.org/drawingml/2006/main">
            <a:off x="9401175" y="5295900"/>
            <a:ext cx="243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070C0"/>
                </a:solidFill>
                <a:latin typeface="Arial"/>
                <a:ea typeface="Arial"/>
                <a:cs typeface="Arial"/>
              </a:defRPr>
            </a:pPr>
            <a:r>
              <a:rPr u="sng">
                <a:solidFill>
                  <a:srgbClr val="0070C0"/>
                </a:solidFill>
                <a:hlinkClick xmlns:r="http://schemas.openxmlformats.org/officeDocument/2006/relationships" r:id="R1548fb43ea3f4fa1"/>
              </a:rPr>
              <a:t>TrueSight reference</a:t>
            </a:r>
          </a:p>
        </p:txBody>
      </p:sp>
      <p:sp>
        <p:nvSpPr>
          <p:cNvPr id="17437" name="">
            <a:extLst xmlns:a="http://schemas.openxmlformats.org/drawingml/2006/main">
              <a:ext uri="{FF2B5EF4-FFF2-40B4-BE49-F238E27FC236}">
                <a16:creationId xmlns:a16="http://schemas.microsoft.com/office/drawing/2014/main" id="{8C814433-CF7D-4BD0-8B75-B121876EA187}"/>
              </a:ext>
            </a:extLst>
          </p:cNvPr>
          <p:cNvSpPr>
            <a:spLocks xmlns:a="http://schemas.openxmlformats.org/drawingml/2006/main" noGrp="1"/>
          </p:cNvSpPr>
          <p:nvPr/>
        </p:nvSpPr>
        <p:spPr>
          <a:xfrm xmlns:a="http://schemas.openxmlformats.org/drawingml/2006/main">
            <a:off x="428625" y="582930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070C0"/>
                </a:solidFill>
                <a:latin typeface="Arial"/>
                <a:ea typeface="Arial"/>
                <a:cs typeface="Arial"/>
              </a:defRPr>
            </a:pPr>
            <a:r>
              <a:rPr u="sng">
                <a:solidFill>
                  <a:srgbClr val="0070C0"/>
                </a:solidFill>
                <a:hlinkClick xmlns:r="http://schemas.openxmlformats.org/officeDocument/2006/relationships" r:id="R30a40688e18740ee"/>
              </a:rPr>
              <a:t>CAPTAIN demo: youtube.com/watch?v=KYISYCh2GKU</a:t>
            </a:r>
          </a:p>
        </p:txBody>
      </p:sp>
      <p:pic>
        <p:nvPicPr>
          <p:cNvPr id="17470" name=""/>
          <p:cNvPicPr>
            <a:picLocks xmlns:a="http://schemas.openxmlformats.org/drawingml/2006/main" noChangeAspect="1"/>
          </p:cNvPicPr>
          <p:nvPr/>
        </p:nvPicPr>
        <p:blipFill>
          <a:blip xmlns:r="http://schemas.openxmlformats.org/officeDocument/2006/relationships" xmlns:a="http://schemas.openxmlformats.org/drawingml/2006/main" r:embed="Rf42e8fca93274c63"/>
          <a:stretch xmlns:a="http://schemas.openxmlformats.org/drawingml/2006/main"/>
        </p:blipFill>
        <p:spPr>
          <a:xfrm xmlns:a="http://schemas.openxmlformats.org/drawingml/2006/main">
            <a:off x="9780080" y="1524"/>
            <a:ext cx="2249805" cy="1062323"/>
          </a:xfrm>
          <a:prstGeom xmlns:a="http://schemas.openxmlformats.org/drawingml/2006/main" prst="rect">
            <a:avLst/>
          </a:prstGeom>
        </p:spPr>
      </p:pic>
      <p:sp>
        <p:nvSpPr>
          <p:cNvPr id="17471" name="">
            <a:extLst xmlns:a="http://schemas.openxmlformats.org/drawingml/2006/main">
              <a:ext uri="{FF2B5EF4-FFF2-40B4-BE49-F238E27FC236}">
                <a16:creationId xmlns:a16="http://schemas.microsoft.com/office/drawing/2014/main" id="{11EBA5DE-C3FF-4AF7-9710-47F348EA2FAC}"/>
              </a:ext>
            </a:extLst>
          </p:cNvPr>
          <p:cNvSpPr>
            <a:spLocks xmlns:a="http://schemas.openxmlformats.org/drawingml/2006/main" noGrp="1"/>
          </p:cNvSpPr>
          <p:nvPr/>
        </p:nvSpPr>
        <p:spPr>
          <a:xfrm xmlns:a="http://schemas.openxmlformats.org/drawingml/2006/main">
            <a:off x="428625" y="5048250"/>
            <a:ext cx="2343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GUI-agent research</a:t>
            </a:r>
          </a:p>
        </p:txBody>
      </p:sp>
      <p:sp>
        <p:nvSpPr>
          <p:cNvPr id="17472" name="">
            <a:extLst xmlns:a="http://schemas.openxmlformats.org/drawingml/2006/main">
              <a:ext uri="{FF2B5EF4-FFF2-40B4-BE49-F238E27FC236}">
                <a16:creationId xmlns:a16="http://schemas.microsoft.com/office/drawing/2014/main" id="{78994658-68DD-412F-BC3C-BEB26A5CF3B0}"/>
              </a:ext>
            </a:extLst>
          </p:cNvPr>
          <p:cNvSpPr>
            <a:spLocks xmlns:a="http://schemas.openxmlformats.org/drawingml/2006/main" noGrp="1"/>
          </p:cNvSpPr>
          <p:nvPr/>
        </p:nvSpPr>
        <p:spPr>
          <a:xfrm xmlns:a="http://schemas.openxmlformats.org/drawingml/2006/main">
            <a:off x="3238500" y="50482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Reads text from images</a:t>
            </a:r>
          </a:p>
        </p:txBody>
      </p:sp>
      <p:sp>
        <p:nvSpPr>
          <p:cNvPr id="17473" name="">
            <a:extLst xmlns:a="http://schemas.openxmlformats.org/drawingml/2006/main">
              <a:ext uri="{FF2B5EF4-FFF2-40B4-BE49-F238E27FC236}">
                <a16:creationId xmlns:a16="http://schemas.microsoft.com/office/drawing/2014/main" id="{21BA7727-C5A5-4842-8A74-62506CCF99F7}"/>
              </a:ext>
            </a:extLst>
          </p:cNvPr>
          <p:cNvSpPr>
            <a:spLocks xmlns:a="http://schemas.openxmlformats.org/drawingml/2006/main" noGrp="1"/>
          </p:cNvSpPr>
          <p:nvPr/>
        </p:nvSpPr>
        <p:spPr>
          <a:xfrm xmlns:a="http://schemas.openxmlformats.org/drawingml/2006/main">
            <a:off x="6381750" y="5048250"/>
            <a:ext cx="2647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Runs local AI models</a:t>
            </a:r>
          </a:p>
        </p:txBody>
      </p:sp>
      <p:sp>
        <p:nvSpPr>
          <p:cNvPr id="17474" name="">
            <a:extLst xmlns:a="http://schemas.openxmlformats.org/drawingml/2006/main">
              <a:ext uri="{FF2B5EF4-FFF2-40B4-BE49-F238E27FC236}">
                <a16:creationId xmlns:a16="http://schemas.microsoft.com/office/drawing/2014/main" id="{308F2218-320A-40FC-8A71-C80A98AC6737}"/>
              </a:ext>
            </a:extLst>
          </p:cNvPr>
          <p:cNvSpPr>
            <a:spLocks xmlns:a="http://schemas.openxmlformats.org/drawingml/2006/main" noGrp="1"/>
          </p:cNvSpPr>
          <p:nvPr/>
        </p:nvSpPr>
        <p:spPr>
          <a:xfrm xmlns:a="http://schemas.openxmlformats.org/drawingml/2006/main">
            <a:off x="9401175" y="5048250"/>
            <a:ext cx="243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Extension architecture</a:t>
            </a:r>
          </a:p>
        </p:txBody>
      </p:sp>
      <p:sp>
        <p:nvSpPr>
          <p:cNvPr id="17475" name="">
            <a:extLst xmlns:a="http://schemas.openxmlformats.org/drawingml/2006/main">
              <a:ext uri="{FF2B5EF4-FFF2-40B4-BE49-F238E27FC236}">
                <a16:creationId xmlns:a16="http://schemas.microsoft.com/office/drawing/2014/main" id="{996BCE3A-090D-4BE4-A745-B4C2F0AB58E1}"/>
              </a:ext>
            </a:extLst>
          </p:cNvPr>
          <p:cNvSpPr>
            <a:spLocks xmlns:a="http://schemas.openxmlformats.org/drawingml/2006/main" noGrp="1"/>
          </p:cNvSpPr>
          <p:nvPr/>
        </p:nvSpPr>
        <p:spPr>
          <a:xfrm xmlns:a="http://schemas.openxmlformats.org/drawingml/2006/main">
            <a:off x="428625" y="5562600"/>
            <a:ext cx="2714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ISRO mission-data access</a:t>
            </a:r>
          </a:p>
        </p:txBody>
      </p:sp>
      <p:sp>
        <p:nvSpPr>
          <p:cNvPr id="17476" name="">
            <a:extLst xmlns:a="http://schemas.openxmlformats.org/drawingml/2006/main">
              <a:ext uri="{FF2B5EF4-FFF2-40B4-BE49-F238E27FC236}">
                <a16:creationId xmlns:a16="http://schemas.microsoft.com/office/drawing/2014/main" id="{5FD0FC43-B6C9-4674-A936-D53E7C0DBE9B}"/>
              </a:ext>
            </a:extLst>
          </p:cNvPr>
          <p:cNvSpPr>
            <a:spLocks xmlns:a="http://schemas.openxmlformats.org/drawingml/2006/main" noGrp="1"/>
          </p:cNvSpPr>
          <p:nvPr/>
        </p:nvSpPr>
        <p:spPr>
          <a:xfrm xmlns:a="http://schemas.openxmlformats.org/drawingml/2006/main">
            <a:off x="3238500" y="55626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Weather and ocean data</a:t>
            </a:r>
          </a:p>
        </p:txBody>
      </p:sp>
      <p:sp>
        <p:nvSpPr>
          <p:cNvPr id="17477" name="">
            <a:extLst xmlns:a="http://schemas.openxmlformats.org/drawingml/2006/main">
              <a:ext uri="{FF2B5EF4-FFF2-40B4-BE49-F238E27FC236}">
                <a16:creationId xmlns:a16="http://schemas.microsoft.com/office/drawing/2014/main" id="{3285A0FB-7285-4817-BC45-3DEF375C99EA}"/>
              </a:ext>
            </a:extLst>
          </p:cNvPr>
          <p:cNvSpPr>
            <a:spLocks xmlns:a="http://schemas.openxmlformats.org/drawingml/2006/main" noGrp="1"/>
          </p:cNvSpPr>
          <p:nvPr/>
        </p:nvSpPr>
        <p:spPr>
          <a:xfrm xmlns:a="http://schemas.openxmlformats.org/drawingml/2006/main">
            <a:off x="6381750" y="55626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Local companion runtime</a:t>
            </a:r>
          </a:p>
        </p:txBody>
      </p:sp>
      <p:sp>
        <p:nvSpPr>
          <p:cNvPr id="17478" name="">
            <a:extLst xmlns:a="http://schemas.openxmlformats.org/drawingml/2006/main">
              <a:ext uri="{FF2B5EF4-FFF2-40B4-BE49-F238E27FC236}">
                <a16:creationId xmlns:a16="http://schemas.microsoft.com/office/drawing/2014/main" id="{C4B07764-1E14-4681-9E33-8B549104B7D1}"/>
              </a:ext>
            </a:extLst>
          </p:cNvPr>
          <p:cNvSpPr>
            <a:spLocks xmlns:a="http://schemas.openxmlformats.org/drawingml/2006/main" noGrp="1"/>
          </p:cNvSpPr>
          <p:nvPr/>
        </p:nvSpPr>
        <p:spPr>
          <a:xfrm xmlns:a="http://schemas.openxmlformats.org/drawingml/2006/main">
            <a:off x="9401175" y="5562600"/>
            <a:ext cx="243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Privacy research only</a:t>
            </a:r>
          </a:p>
        </p:txBody>
      </p:sp>
      <p:sp>
        <p:nvSpPr>
          <p:cNvPr id="17479" name="">
            <a:extLst xmlns:a="http://schemas.openxmlformats.org/drawingml/2006/main">
              <a:ext uri="{FF2B5EF4-FFF2-40B4-BE49-F238E27FC236}">
                <a16:creationId xmlns:a16="http://schemas.microsoft.com/office/drawing/2014/main" id="{E8C049C3-95F7-40B2-9823-821BDAA29ACF}"/>
              </a:ext>
            </a:extLst>
          </p:cNvPr>
          <p:cNvSpPr>
            <a:spLocks xmlns:a="http://schemas.openxmlformats.org/drawingml/2006/main" noGrp="1"/>
          </p:cNvSpPr>
          <p:nvPr/>
        </p:nvSpPr>
        <p:spPr>
          <a:xfrm xmlns:a="http://schemas.openxmlformats.org/drawingml/2006/main">
            <a:off x="428625" y="6105525"/>
            <a:ext cx="1133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a:solidFill>
                  <a:srgbClr val="485C6C"/>
                </a:solidFill>
                <a:latin typeface="Arial"/>
                <a:ea typeface="Arial"/>
                <a:cs typeface="Arial"/>
              </a:defRPr>
            </a:pPr>
            <a:r>
              <a:rPr sz="1500">
                <a:solidFill>
                  <a:srgbClr val="485C6C"/>
                </a:solidFill>
                <a:latin typeface="Arial"/>
                <a:ea typeface="Arial"/>
                <a:cs typeface="Arial"/>
              </a:rPr>
              <a:t>CAPTAIN workflow video</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2026-09-29T19:51:35.4760000Z</dcterms:created>
  <dcterms:modified xsi:type="dcterms:W3CDTF">2026-09-29T19:51:35.4760000Z</dcterms:modified>
</coreProperties>
</file>